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7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4B72C-A63E-4ED9-A03A-B50C7A92CD5C}" v="21" dt="2026-02-13T11:56:51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her Dols Puigserver" userId="e334683b-2c41-4871-baa1-c7a4f81d635f" providerId="ADAL" clId="{D4956B69-FC37-4769-B8DC-E84BC4AA5F99}"/>
    <pc:docChg chg="undo custSel addSld modSld">
      <pc:chgData name="Esther Dols Puigserver" userId="e334683b-2c41-4871-baa1-c7a4f81d635f" providerId="ADAL" clId="{D4956B69-FC37-4769-B8DC-E84BC4AA5F99}" dt="2026-02-13T12:01:43.466" v="1306" actId="26606"/>
      <pc:docMkLst>
        <pc:docMk/>
      </pc:docMkLst>
      <pc:sldChg chg="addSp delSp modSp mod setBg">
        <pc:chgData name="Esther Dols Puigserver" userId="e334683b-2c41-4871-baa1-c7a4f81d635f" providerId="ADAL" clId="{D4956B69-FC37-4769-B8DC-E84BC4AA5F99}" dt="2026-02-13T11:07:57.617" v="196" actId="1076"/>
        <pc:sldMkLst>
          <pc:docMk/>
          <pc:sldMk cId="2242568498" sldId="259"/>
        </pc:sldMkLst>
        <pc:spChg chg="mod">
          <ac:chgData name="Esther Dols Puigserver" userId="e334683b-2c41-4871-baa1-c7a4f81d635f" providerId="ADAL" clId="{D4956B69-FC37-4769-B8DC-E84BC4AA5F99}" dt="2026-02-13T11:05:06.286" v="1" actId="26606"/>
          <ac:spMkLst>
            <pc:docMk/>
            <pc:sldMk cId="2242568498" sldId="259"/>
            <ac:spMk id="2" creationId="{05B323B1-0F2A-8358-E617-0FB88BB4D050}"/>
          </ac:spMkLst>
        </pc:spChg>
        <pc:spChg chg="mod">
          <ac:chgData name="Esther Dols Puigserver" userId="e334683b-2c41-4871-baa1-c7a4f81d635f" providerId="ADAL" clId="{D4956B69-FC37-4769-B8DC-E84BC4AA5F99}" dt="2026-02-13T11:05:35.696" v="27" actId="14100"/>
          <ac:spMkLst>
            <pc:docMk/>
            <pc:sldMk cId="2242568498" sldId="259"/>
            <ac:spMk id="3" creationId="{94355E22-EA2D-1481-22EB-EEED0CF63763}"/>
          </ac:spMkLst>
        </pc:spChg>
        <pc:spChg chg="del">
          <ac:chgData name="Esther Dols Puigserver" userId="e334683b-2c41-4871-baa1-c7a4f81d635f" providerId="ADAL" clId="{D4956B69-FC37-4769-B8DC-E84BC4AA5F99}" dt="2026-02-13T11:04:58.203" v="0" actId="478"/>
          <ac:spMkLst>
            <pc:docMk/>
            <pc:sldMk cId="2242568498" sldId="259"/>
            <ac:spMk id="4" creationId="{35016F4B-DF8A-4425-09AD-D4BF971D4F0E}"/>
          </ac:spMkLst>
        </pc:spChg>
        <pc:spChg chg="add">
          <ac:chgData name="Esther Dols Puigserver" userId="e334683b-2c41-4871-baa1-c7a4f81d635f" providerId="ADAL" clId="{D4956B69-FC37-4769-B8DC-E84BC4AA5F99}" dt="2026-02-13T11:05:06.286" v="1" actId="26606"/>
          <ac:spMkLst>
            <pc:docMk/>
            <pc:sldMk cId="2242568498" sldId="259"/>
            <ac:spMk id="8" creationId="{DBDA151C-5770-45E4-AAFF-59E7F403866D}"/>
          </ac:spMkLst>
        </pc:spChg>
        <pc:spChg chg="add del mod">
          <ac:chgData name="Esther Dols Puigserver" userId="e334683b-2c41-4871-baa1-c7a4f81d635f" providerId="ADAL" clId="{D4956B69-FC37-4769-B8DC-E84BC4AA5F99}" dt="2026-02-13T11:06:14.415" v="50" actId="478"/>
          <ac:spMkLst>
            <pc:docMk/>
            <pc:sldMk cId="2242568498" sldId="259"/>
            <ac:spMk id="9" creationId="{9B14CAC6-C7C5-D9B1-AC3E-5141720146DF}"/>
          </ac:spMkLst>
        </pc:spChg>
        <pc:spChg chg="add del mod">
          <ac:chgData name="Esther Dols Puigserver" userId="e334683b-2c41-4871-baa1-c7a4f81d635f" providerId="ADAL" clId="{D4956B69-FC37-4769-B8DC-E84BC4AA5F99}" dt="2026-02-13T11:06:12.357" v="49" actId="478"/>
          <ac:spMkLst>
            <pc:docMk/>
            <pc:sldMk cId="2242568498" sldId="259"/>
            <ac:spMk id="11" creationId="{580DA36B-B4DA-594B-8CF0-CE0505430058}"/>
          </ac:spMkLst>
        </pc:spChg>
        <pc:spChg chg="add del mod">
          <ac:chgData name="Esther Dols Puigserver" userId="e334683b-2c41-4871-baa1-c7a4f81d635f" providerId="ADAL" clId="{D4956B69-FC37-4769-B8DC-E84BC4AA5F99}" dt="2026-02-13T11:07:57.617" v="196" actId="1076"/>
          <ac:spMkLst>
            <pc:docMk/>
            <pc:sldMk cId="2242568498" sldId="259"/>
            <ac:spMk id="12" creationId="{5C895342-FA1D-BC1A-D149-2B3E9E14512C}"/>
          </ac:spMkLst>
        </pc:spChg>
        <pc:spChg chg="add mod">
          <ac:chgData name="Esther Dols Puigserver" userId="e334683b-2c41-4871-baa1-c7a4f81d635f" providerId="ADAL" clId="{D4956B69-FC37-4769-B8DC-E84BC4AA5F99}" dt="2026-02-13T11:07:57.617" v="196" actId="1076"/>
          <ac:spMkLst>
            <pc:docMk/>
            <pc:sldMk cId="2242568498" sldId="259"/>
            <ac:spMk id="13" creationId="{C7BE1DFD-B56D-AC1D-F326-81731D7B8D37}"/>
          </ac:spMkLst>
        </pc:spChg>
        <pc:spChg chg="add mod">
          <ac:chgData name="Esther Dols Puigserver" userId="e334683b-2c41-4871-baa1-c7a4f81d635f" providerId="ADAL" clId="{D4956B69-FC37-4769-B8DC-E84BC4AA5F99}" dt="2026-02-13T11:07:57.617" v="196" actId="1076"/>
          <ac:spMkLst>
            <pc:docMk/>
            <pc:sldMk cId="2242568498" sldId="259"/>
            <ac:spMk id="14" creationId="{50207312-E45C-671D-A902-1938F6FDC2CC}"/>
          </ac:spMkLst>
        </pc:spChg>
        <pc:spChg chg="add mod">
          <ac:chgData name="Esther Dols Puigserver" userId="e334683b-2c41-4871-baa1-c7a4f81d635f" providerId="ADAL" clId="{D4956B69-FC37-4769-B8DC-E84BC4AA5F99}" dt="2026-02-13T11:07:57.617" v="196" actId="1076"/>
          <ac:spMkLst>
            <pc:docMk/>
            <pc:sldMk cId="2242568498" sldId="259"/>
            <ac:spMk id="15" creationId="{D1DA5E89-CEEC-E57D-6E97-4E1959B41764}"/>
          </ac:spMkLst>
        </pc:spChg>
        <pc:spChg chg="add mod">
          <ac:chgData name="Esther Dols Puigserver" userId="e334683b-2c41-4871-baa1-c7a4f81d635f" providerId="ADAL" clId="{D4956B69-FC37-4769-B8DC-E84BC4AA5F99}" dt="2026-02-13T11:07:57.617" v="196" actId="1076"/>
          <ac:spMkLst>
            <pc:docMk/>
            <pc:sldMk cId="2242568498" sldId="259"/>
            <ac:spMk id="16" creationId="{CEE282C6-55BD-DD98-FDBE-4E685946C4A0}"/>
          </ac:spMkLst>
        </pc:spChg>
        <pc:cxnChg chg="add">
          <ac:chgData name="Esther Dols Puigserver" userId="e334683b-2c41-4871-baa1-c7a4f81d635f" providerId="ADAL" clId="{D4956B69-FC37-4769-B8DC-E84BC4AA5F99}" dt="2026-02-13T11:05:06.286" v="1" actId="26606"/>
          <ac:cxnSpMkLst>
            <pc:docMk/>
            <pc:sldMk cId="2242568498" sldId="259"/>
            <ac:cxnSpMk id="10" creationId="{EB1E2835-13A9-CE41-5BA6-8BF45C9EE0B1}"/>
          </ac:cxnSpMkLst>
        </pc:cxnChg>
      </pc:sldChg>
      <pc:sldChg chg="addSp delSp modSp new mod setBg">
        <pc:chgData name="Esther Dols Puigserver" userId="e334683b-2c41-4871-baa1-c7a4f81d635f" providerId="ADAL" clId="{D4956B69-FC37-4769-B8DC-E84BC4AA5F99}" dt="2026-02-13T11:10:13.337" v="241" actId="20577"/>
        <pc:sldMkLst>
          <pc:docMk/>
          <pc:sldMk cId="4126503413" sldId="260"/>
        </pc:sldMkLst>
        <pc:spChg chg="mod">
          <ac:chgData name="Esther Dols Puigserver" userId="e334683b-2c41-4871-baa1-c7a4f81d635f" providerId="ADAL" clId="{D4956B69-FC37-4769-B8DC-E84BC4AA5F99}" dt="2026-02-13T11:09:58.121" v="227" actId="26606"/>
          <ac:spMkLst>
            <pc:docMk/>
            <pc:sldMk cId="4126503413" sldId="260"/>
            <ac:spMk id="2" creationId="{478EA316-A2C6-5C10-4B5B-046945719DA4}"/>
          </ac:spMkLst>
        </pc:spChg>
        <pc:spChg chg="del mod">
          <ac:chgData name="Esther Dols Puigserver" userId="e334683b-2c41-4871-baa1-c7a4f81d635f" providerId="ADAL" clId="{D4956B69-FC37-4769-B8DC-E84BC4AA5F99}" dt="2026-02-13T11:09:58.121" v="227" actId="26606"/>
          <ac:spMkLst>
            <pc:docMk/>
            <pc:sldMk cId="4126503413" sldId="260"/>
            <ac:spMk id="3" creationId="{7B47EE66-589D-C7B1-3876-E677CC8B4F77}"/>
          </ac:spMkLst>
        </pc:spChg>
        <pc:spChg chg="add">
          <ac:chgData name="Esther Dols Puigserver" userId="e334683b-2c41-4871-baa1-c7a4f81d635f" providerId="ADAL" clId="{D4956B69-FC37-4769-B8DC-E84BC4AA5F99}" dt="2026-02-13T11:09:58.121" v="227" actId="26606"/>
          <ac:spMkLst>
            <pc:docMk/>
            <pc:sldMk cId="4126503413" sldId="260"/>
            <ac:spMk id="9" creationId="{063F27BC-7079-4FF7-8F7C-ABC82FA3C247}"/>
          </ac:spMkLst>
        </pc:spChg>
        <pc:graphicFrameChg chg="add modGraphic">
          <ac:chgData name="Esther Dols Puigserver" userId="e334683b-2c41-4871-baa1-c7a4f81d635f" providerId="ADAL" clId="{D4956B69-FC37-4769-B8DC-E84BC4AA5F99}" dt="2026-02-13T11:10:13.337" v="241" actId="20577"/>
          <ac:graphicFrameMkLst>
            <pc:docMk/>
            <pc:sldMk cId="4126503413" sldId="260"/>
            <ac:graphicFrameMk id="5" creationId="{86E30206-B2BD-37F6-1D2E-69F07BE0DFE5}"/>
          </ac:graphicFrameMkLst>
        </pc:graphicFrameChg>
        <pc:cxnChg chg="add">
          <ac:chgData name="Esther Dols Puigserver" userId="e334683b-2c41-4871-baa1-c7a4f81d635f" providerId="ADAL" clId="{D4956B69-FC37-4769-B8DC-E84BC4AA5F99}" dt="2026-02-13T11:09:58.121" v="227" actId="26606"/>
          <ac:cxnSpMkLst>
            <pc:docMk/>
            <pc:sldMk cId="4126503413" sldId="260"/>
            <ac:cxnSpMk id="11" creationId="{40BBF191-9CC8-4313-B1CA-8DF1A53AE4F9}"/>
          </ac:cxnSpMkLst>
        </pc:cxnChg>
      </pc:sldChg>
      <pc:sldChg chg="addSp modSp new mod setBg">
        <pc:chgData name="Esther Dols Puigserver" userId="e334683b-2c41-4871-baa1-c7a4f81d635f" providerId="ADAL" clId="{D4956B69-FC37-4769-B8DC-E84BC4AA5F99}" dt="2026-02-13T11:11:45.265" v="302" actId="14100"/>
        <pc:sldMkLst>
          <pc:docMk/>
          <pc:sldMk cId="3313782147" sldId="261"/>
        </pc:sldMkLst>
        <pc:spChg chg="mod">
          <ac:chgData name="Esther Dols Puigserver" userId="e334683b-2c41-4871-baa1-c7a4f81d635f" providerId="ADAL" clId="{D4956B69-FC37-4769-B8DC-E84BC4AA5F99}" dt="2026-02-13T11:11:30.354" v="298" actId="26606"/>
          <ac:spMkLst>
            <pc:docMk/>
            <pc:sldMk cId="3313782147" sldId="261"/>
            <ac:spMk id="2" creationId="{736661ED-B712-469B-6342-F4CDF2076AFC}"/>
          </ac:spMkLst>
        </pc:spChg>
        <pc:spChg chg="mod">
          <ac:chgData name="Esther Dols Puigserver" userId="e334683b-2c41-4871-baa1-c7a4f81d635f" providerId="ADAL" clId="{D4956B69-FC37-4769-B8DC-E84BC4AA5F99}" dt="2026-02-13T11:11:33.327" v="299" actId="14100"/>
          <ac:spMkLst>
            <pc:docMk/>
            <pc:sldMk cId="3313782147" sldId="261"/>
            <ac:spMk id="3" creationId="{EB398144-D6FC-8869-779E-287EB4E9A44B}"/>
          </ac:spMkLst>
        </pc:spChg>
        <pc:spChg chg="add">
          <ac:chgData name="Esther Dols Puigserver" userId="e334683b-2c41-4871-baa1-c7a4f81d635f" providerId="ADAL" clId="{D4956B69-FC37-4769-B8DC-E84BC4AA5F99}" dt="2026-02-13T11:11:30.354" v="298" actId="26606"/>
          <ac:spMkLst>
            <pc:docMk/>
            <pc:sldMk cId="3313782147" sldId="261"/>
            <ac:spMk id="10" creationId="{744CAA32-F237-419C-A2DD-43C28D920D3C}"/>
          </ac:spMkLst>
        </pc:spChg>
        <pc:picChg chg="add mod">
          <ac:chgData name="Esther Dols Puigserver" userId="e334683b-2c41-4871-baa1-c7a4f81d635f" providerId="ADAL" clId="{D4956B69-FC37-4769-B8DC-E84BC4AA5F99}" dt="2026-02-13T11:11:45.265" v="302" actId="14100"/>
          <ac:picMkLst>
            <pc:docMk/>
            <pc:sldMk cId="3313782147" sldId="261"/>
            <ac:picMk id="7" creationId="{6F3A38D1-2FF5-7123-E067-6247660B089F}"/>
          </ac:picMkLst>
        </pc:picChg>
        <pc:cxnChg chg="add">
          <ac:chgData name="Esther Dols Puigserver" userId="e334683b-2c41-4871-baa1-c7a4f81d635f" providerId="ADAL" clId="{D4956B69-FC37-4769-B8DC-E84BC4AA5F99}" dt="2026-02-13T11:11:30.354" v="298" actId="26606"/>
          <ac:cxnSpMkLst>
            <pc:docMk/>
            <pc:sldMk cId="3313782147" sldId="261"/>
            <ac:cxnSpMk id="12" creationId="{753FE100-D0AB-4AE2-824B-60CFA31EC6A2}"/>
          </ac:cxnSpMkLst>
        </pc:cxnChg>
      </pc:sldChg>
      <pc:sldChg chg="modSp new mod">
        <pc:chgData name="Esther Dols Puigserver" userId="e334683b-2c41-4871-baa1-c7a4f81d635f" providerId="ADAL" clId="{D4956B69-FC37-4769-B8DC-E84BC4AA5F99}" dt="2026-02-13T11:16:12.492" v="357" actId="113"/>
        <pc:sldMkLst>
          <pc:docMk/>
          <pc:sldMk cId="2481322482" sldId="262"/>
        </pc:sldMkLst>
        <pc:spChg chg="mod">
          <ac:chgData name="Esther Dols Puigserver" userId="e334683b-2c41-4871-baa1-c7a4f81d635f" providerId="ADAL" clId="{D4956B69-FC37-4769-B8DC-E84BC4AA5F99}" dt="2026-02-13T11:12:05.384" v="336" actId="20577"/>
          <ac:spMkLst>
            <pc:docMk/>
            <pc:sldMk cId="2481322482" sldId="262"/>
            <ac:spMk id="2" creationId="{2F00305F-CA74-883F-B748-A70EC966EA1D}"/>
          </ac:spMkLst>
        </pc:spChg>
        <pc:spChg chg="mod">
          <ac:chgData name="Esther Dols Puigserver" userId="e334683b-2c41-4871-baa1-c7a4f81d635f" providerId="ADAL" clId="{D4956B69-FC37-4769-B8DC-E84BC4AA5F99}" dt="2026-02-13T11:16:12.492" v="357" actId="113"/>
          <ac:spMkLst>
            <pc:docMk/>
            <pc:sldMk cId="2481322482" sldId="262"/>
            <ac:spMk id="3" creationId="{6DB47417-B710-2654-F7A9-D81AF5CBBFB6}"/>
          </ac:spMkLst>
        </pc:spChg>
      </pc:sldChg>
      <pc:sldChg chg="addSp modSp new mod setBg">
        <pc:chgData name="Esther Dols Puigserver" userId="e334683b-2c41-4871-baa1-c7a4f81d635f" providerId="ADAL" clId="{D4956B69-FC37-4769-B8DC-E84BC4AA5F99}" dt="2026-02-13T11:17:05.330" v="405" actId="14100"/>
        <pc:sldMkLst>
          <pc:docMk/>
          <pc:sldMk cId="604780494" sldId="263"/>
        </pc:sldMkLst>
        <pc:spChg chg="mod">
          <ac:chgData name="Esther Dols Puigserver" userId="e334683b-2c41-4871-baa1-c7a4f81d635f" providerId="ADAL" clId="{D4956B69-FC37-4769-B8DC-E84BC4AA5F99}" dt="2026-02-13T11:16:58.175" v="403" actId="26606"/>
          <ac:spMkLst>
            <pc:docMk/>
            <pc:sldMk cId="604780494" sldId="263"/>
            <ac:spMk id="2" creationId="{85D29DEF-C7CD-D2BB-90D7-42682C39DC3C}"/>
          </ac:spMkLst>
        </pc:spChg>
        <pc:spChg chg="mod">
          <ac:chgData name="Esther Dols Puigserver" userId="e334683b-2c41-4871-baa1-c7a4f81d635f" providerId="ADAL" clId="{D4956B69-FC37-4769-B8DC-E84BC4AA5F99}" dt="2026-02-13T11:17:01.817" v="404" actId="14100"/>
          <ac:spMkLst>
            <pc:docMk/>
            <pc:sldMk cId="604780494" sldId="263"/>
            <ac:spMk id="3" creationId="{E8754976-5AF8-659E-9B15-2BDA2B8E3553}"/>
          </ac:spMkLst>
        </pc:spChg>
        <pc:spChg chg="add">
          <ac:chgData name="Esther Dols Puigserver" userId="e334683b-2c41-4871-baa1-c7a4f81d635f" providerId="ADAL" clId="{D4956B69-FC37-4769-B8DC-E84BC4AA5F99}" dt="2026-02-13T11:16:58.175" v="403" actId="26606"/>
          <ac:spMkLst>
            <pc:docMk/>
            <pc:sldMk cId="604780494" sldId="263"/>
            <ac:spMk id="10" creationId="{744CAA32-F237-419C-A2DD-43C28D920D3C}"/>
          </ac:spMkLst>
        </pc:spChg>
        <pc:picChg chg="add mod">
          <ac:chgData name="Esther Dols Puigserver" userId="e334683b-2c41-4871-baa1-c7a4f81d635f" providerId="ADAL" clId="{D4956B69-FC37-4769-B8DC-E84BC4AA5F99}" dt="2026-02-13T11:17:05.330" v="405" actId="14100"/>
          <ac:picMkLst>
            <pc:docMk/>
            <pc:sldMk cId="604780494" sldId="263"/>
            <ac:picMk id="7" creationId="{19014EF6-B136-641B-B3D0-572421C65465}"/>
          </ac:picMkLst>
        </pc:picChg>
        <pc:cxnChg chg="add">
          <ac:chgData name="Esther Dols Puigserver" userId="e334683b-2c41-4871-baa1-c7a4f81d635f" providerId="ADAL" clId="{D4956B69-FC37-4769-B8DC-E84BC4AA5F99}" dt="2026-02-13T11:16:58.175" v="403" actId="26606"/>
          <ac:cxnSpMkLst>
            <pc:docMk/>
            <pc:sldMk cId="604780494" sldId="263"/>
            <ac:cxnSpMk id="12" creationId="{753FE100-D0AB-4AE2-824B-60CFA31EC6A2}"/>
          </ac:cxnSpMkLst>
        </pc:cxnChg>
      </pc:sldChg>
      <pc:sldChg chg="addSp delSp modSp new mod setBg">
        <pc:chgData name="Esther Dols Puigserver" userId="e334683b-2c41-4871-baa1-c7a4f81d635f" providerId="ADAL" clId="{D4956B69-FC37-4769-B8DC-E84BC4AA5F99}" dt="2026-02-13T11:55:56.395" v="434" actId="120"/>
        <pc:sldMkLst>
          <pc:docMk/>
          <pc:sldMk cId="2310699827" sldId="264"/>
        </pc:sldMkLst>
        <pc:spChg chg="mod">
          <ac:chgData name="Esther Dols Puigserver" userId="e334683b-2c41-4871-baa1-c7a4f81d635f" providerId="ADAL" clId="{D4956B69-FC37-4769-B8DC-E84BC4AA5F99}" dt="2026-02-13T11:55:23.878" v="428" actId="26606"/>
          <ac:spMkLst>
            <pc:docMk/>
            <pc:sldMk cId="2310699827" sldId="264"/>
            <ac:spMk id="2" creationId="{727512AD-51DF-B18F-C98C-9D36C1BCBE81}"/>
          </ac:spMkLst>
        </pc:spChg>
        <pc:spChg chg="del mod">
          <ac:chgData name="Esther Dols Puigserver" userId="e334683b-2c41-4871-baa1-c7a4f81d635f" providerId="ADAL" clId="{D4956B69-FC37-4769-B8DC-E84BC4AA5F99}" dt="2026-02-13T11:55:23.878" v="428" actId="26606"/>
          <ac:spMkLst>
            <pc:docMk/>
            <pc:sldMk cId="2310699827" sldId="264"/>
            <ac:spMk id="3" creationId="{D4B46D6C-1CF4-928C-745A-AAC2B078F9A9}"/>
          </ac:spMkLst>
        </pc:spChg>
        <pc:spChg chg="add">
          <ac:chgData name="Esther Dols Puigserver" userId="e334683b-2c41-4871-baa1-c7a4f81d635f" providerId="ADAL" clId="{D4956B69-FC37-4769-B8DC-E84BC4AA5F99}" dt="2026-02-13T11:55:23.878" v="428" actId="26606"/>
          <ac:spMkLst>
            <pc:docMk/>
            <pc:sldMk cId="2310699827" sldId="264"/>
            <ac:spMk id="9" creationId="{DBDA151C-5770-45E4-AAFF-59E7F403866D}"/>
          </ac:spMkLst>
        </pc:spChg>
        <pc:graphicFrameChg chg="add mod">
          <ac:chgData name="Esther Dols Puigserver" userId="e334683b-2c41-4871-baa1-c7a4f81d635f" providerId="ADAL" clId="{D4956B69-FC37-4769-B8DC-E84BC4AA5F99}" dt="2026-02-13T11:55:56.395" v="434" actId="120"/>
          <ac:graphicFrameMkLst>
            <pc:docMk/>
            <pc:sldMk cId="2310699827" sldId="264"/>
            <ac:graphicFrameMk id="5" creationId="{A199DAEF-D421-22F3-F9AC-77C9E35DF087}"/>
          </ac:graphicFrameMkLst>
        </pc:graphicFrameChg>
        <pc:cxnChg chg="add">
          <ac:chgData name="Esther Dols Puigserver" userId="e334683b-2c41-4871-baa1-c7a4f81d635f" providerId="ADAL" clId="{D4956B69-FC37-4769-B8DC-E84BC4AA5F99}" dt="2026-02-13T11:55:23.878" v="428" actId="26606"/>
          <ac:cxnSpMkLst>
            <pc:docMk/>
            <pc:sldMk cId="2310699827" sldId="264"/>
            <ac:cxnSpMk id="11" creationId="{E62D3963-2153-4637-96E6-E31BD2CE5D0D}"/>
          </ac:cxnSpMkLst>
        </pc:cxnChg>
      </pc:sldChg>
      <pc:sldChg chg="modSp new mod">
        <pc:chgData name="Esther Dols Puigserver" userId="e334683b-2c41-4871-baa1-c7a4f81d635f" providerId="ADAL" clId="{D4956B69-FC37-4769-B8DC-E84BC4AA5F99}" dt="2026-02-13T11:56:53.977" v="488" actId="5793"/>
        <pc:sldMkLst>
          <pc:docMk/>
          <pc:sldMk cId="1796632" sldId="265"/>
        </pc:sldMkLst>
        <pc:spChg chg="mod">
          <ac:chgData name="Esther Dols Puigserver" userId="e334683b-2c41-4871-baa1-c7a4f81d635f" providerId="ADAL" clId="{D4956B69-FC37-4769-B8DC-E84BC4AA5F99}" dt="2026-02-13T11:56:46.711" v="484" actId="20577"/>
          <ac:spMkLst>
            <pc:docMk/>
            <pc:sldMk cId="1796632" sldId="265"/>
            <ac:spMk id="2" creationId="{9AE7C891-753E-41F6-1DB5-DF0AA502C068}"/>
          </ac:spMkLst>
        </pc:spChg>
        <pc:spChg chg="mod">
          <ac:chgData name="Esther Dols Puigserver" userId="e334683b-2c41-4871-baa1-c7a4f81d635f" providerId="ADAL" clId="{D4956B69-FC37-4769-B8DC-E84BC4AA5F99}" dt="2026-02-13T11:56:53.977" v="488" actId="5793"/>
          <ac:spMkLst>
            <pc:docMk/>
            <pc:sldMk cId="1796632" sldId="265"/>
            <ac:spMk id="3" creationId="{E991C3B6-F778-FB81-E10A-02861B1E1FF8}"/>
          </ac:spMkLst>
        </pc:spChg>
      </pc:sldChg>
      <pc:sldChg chg="addSp delSp modSp new mod setBg">
        <pc:chgData name="Esther Dols Puigserver" userId="e334683b-2c41-4871-baa1-c7a4f81d635f" providerId="ADAL" clId="{D4956B69-FC37-4769-B8DC-E84BC4AA5F99}" dt="2026-02-13T12:01:43.466" v="1306" actId="26606"/>
        <pc:sldMkLst>
          <pc:docMk/>
          <pc:sldMk cId="244023247" sldId="266"/>
        </pc:sldMkLst>
        <pc:spChg chg="mod">
          <ac:chgData name="Esther Dols Puigserver" userId="e334683b-2c41-4871-baa1-c7a4f81d635f" providerId="ADAL" clId="{D4956B69-FC37-4769-B8DC-E84BC4AA5F99}" dt="2026-02-13T12:01:43.466" v="1306" actId="26606"/>
          <ac:spMkLst>
            <pc:docMk/>
            <pc:sldMk cId="244023247" sldId="266"/>
            <ac:spMk id="2" creationId="{2C2010AF-0708-57F5-3AD1-6D5AAF35B05D}"/>
          </ac:spMkLst>
        </pc:spChg>
        <pc:spChg chg="del mod">
          <ac:chgData name="Esther Dols Puigserver" userId="e334683b-2c41-4871-baa1-c7a4f81d635f" providerId="ADAL" clId="{D4956B69-FC37-4769-B8DC-E84BC4AA5F99}" dt="2026-02-13T12:01:43.466" v="1306" actId="26606"/>
          <ac:spMkLst>
            <pc:docMk/>
            <pc:sldMk cId="244023247" sldId="266"/>
            <ac:spMk id="3" creationId="{DF6C7091-623C-A244-E97C-B76A9F9188D7}"/>
          </ac:spMkLst>
        </pc:spChg>
        <pc:spChg chg="add">
          <ac:chgData name="Esther Dols Puigserver" userId="e334683b-2c41-4871-baa1-c7a4f81d635f" providerId="ADAL" clId="{D4956B69-FC37-4769-B8DC-E84BC4AA5F99}" dt="2026-02-13T12:01:43.466" v="1306" actId="26606"/>
          <ac:spMkLst>
            <pc:docMk/>
            <pc:sldMk cId="244023247" sldId="266"/>
            <ac:spMk id="9" creationId="{DBDA151C-5770-45E4-AAFF-59E7F403866D}"/>
          </ac:spMkLst>
        </pc:spChg>
        <pc:graphicFrameChg chg="add">
          <ac:chgData name="Esther Dols Puigserver" userId="e334683b-2c41-4871-baa1-c7a4f81d635f" providerId="ADAL" clId="{D4956B69-FC37-4769-B8DC-E84BC4AA5F99}" dt="2026-02-13T12:01:43.466" v="1306" actId="26606"/>
          <ac:graphicFrameMkLst>
            <pc:docMk/>
            <pc:sldMk cId="244023247" sldId="266"/>
            <ac:graphicFrameMk id="5" creationId="{196B99EF-1655-8F07-E73A-A700CB1B3B9F}"/>
          </ac:graphicFrameMkLst>
        </pc:graphicFrameChg>
        <pc:cxnChg chg="add">
          <ac:chgData name="Esther Dols Puigserver" userId="e334683b-2c41-4871-baa1-c7a4f81d635f" providerId="ADAL" clId="{D4956B69-FC37-4769-B8DC-E84BC4AA5F99}" dt="2026-02-13T12:01:43.466" v="1306" actId="26606"/>
          <ac:cxnSpMkLst>
            <pc:docMk/>
            <pc:sldMk cId="244023247" sldId="266"/>
            <ac:cxnSpMk id="11" creationId="{05ADA91C-AD52-A530-A898-AD6E69874598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557695-00CC-4120-9EF5-063B7163FB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2E97BC9-8A4F-45A4-9CF0-DD0685D3F0BB}">
      <dgm:prSet/>
      <dgm:spPr/>
      <dgm:t>
        <a:bodyPr/>
        <a:lstStyle/>
        <a:p>
          <a:r>
            <a:rPr lang="es-ES"/>
            <a:t>En los últimos años, el uso excesivo de pantallas en niños se ha convertido en una preocupación creciente tanto en el ámbito familiar como educativo. Muchos padres y docentes desean ofrecer alternativas creativas y estimulantes que no dependan de dispositivos digitales.</a:t>
          </a:r>
          <a:endParaRPr lang="en-US"/>
        </a:p>
      </dgm:t>
    </dgm:pt>
    <dgm:pt modelId="{B9CA1C6E-308F-40B2-AA86-C8ED8C2632F9}" type="parTrans" cxnId="{A8A913FE-4AE9-492F-B0BD-34BEA2A6D974}">
      <dgm:prSet/>
      <dgm:spPr/>
      <dgm:t>
        <a:bodyPr/>
        <a:lstStyle/>
        <a:p>
          <a:endParaRPr lang="en-US"/>
        </a:p>
      </dgm:t>
    </dgm:pt>
    <dgm:pt modelId="{D7E6145C-CB6C-4974-97EF-B635E83F7ACD}" type="sibTrans" cxnId="{A8A913FE-4AE9-492F-B0BD-34BEA2A6D974}">
      <dgm:prSet/>
      <dgm:spPr/>
      <dgm:t>
        <a:bodyPr/>
        <a:lstStyle/>
        <a:p>
          <a:endParaRPr lang="en-US"/>
        </a:p>
      </dgm:t>
    </dgm:pt>
    <dgm:pt modelId="{75C45594-E853-4F94-86FD-4131164D1F32}">
      <dgm:prSet/>
      <dgm:spPr/>
      <dgm:t>
        <a:bodyPr/>
        <a:lstStyle/>
        <a:p>
          <a:r>
            <a:rPr lang="es-ES"/>
            <a:t>Sin embargo, diseñar actividades narrativas atractivas requiere tiempo, creatividad y planificación. Entretemps nace con la intención de resolver este problema utilizando inteligencia artificial como herramienta de apoyo para facilitar experiencias offline de calidad.</a:t>
          </a:r>
          <a:endParaRPr lang="en-US"/>
        </a:p>
      </dgm:t>
    </dgm:pt>
    <dgm:pt modelId="{E47ACE49-0C52-414D-895B-67B96E538F0F}" type="parTrans" cxnId="{A39F82CE-A61B-4AF4-8259-AFA47BB46FCF}">
      <dgm:prSet/>
      <dgm:spPr/>
      <dgm:t>
        <a:bodyPr/>
        <a:lstStyle/>
        <a:p>
          <a:endParaRPr lang="en-US"/>
        </a:p>
      </dgm:t>
    </dgm:pt>
    <dgm:pt modelId="{0CA50667-7B2E-4DBB-8535-F356A76F4969}" type="sibTrans" cxnId="{A39F82CE-A61B-4AF4-8259-AFA47BB46FCF}">
      <dgm:prSet/>
      <dgm:spPr/>
      <dgm:t>
        <a:bodyPr/>
        <a:lstStyle/>
        <a:p>
          <a:endParaRPr lang="en-US"/>
        </a:p>
      </dgm:t>
    </dgm:pt>
    <dgm:pt modelId="{86B379C6-508A-4949-9499-AFB1FCAA9FE7}">
      <dgm:prSet/>
      <dgm:spPr/>
      <dgm:t>
        <a:bodyPr/>
        <a:lstStyle/>
        <a:p>
          <a:r>
            <a:rPr lang="es-ES"/>
            <a:t>El proyecto busca demostrar que la IA no solo sirve para aumentar el consumo digital, sino también para reducirlo.</a:t>
          </a:r>
          <a:endParaRPr lang="en-US"/>
        </a:p>
      </dgm:t>
    </dgm:pt>
    <dgm:pt modelId="{D3088D3B-85D5-43F6-A3F2-994990BD2A86}" type="parTrans" cxnId="{787A925F-EA95-4461-816C-75DF23A7C31A}">
      <dgm:prSet/>
      <dgm:spPr/>
      <dgm:t>
        <a:bodyPr/>
        <a:lstStyle/>
        <a:p>
          <a:endParaRPr lang="en-US"/>
        </a:p>
      </dgm:t>
    </dgm:pt>
    <dgm:pt modelId="{4ADA1A5E-EA23-46DD-8BE9-C2A2192D12A3}" type="sibTrans" cxnId="{787A925F-EA95-4461-816C-75DF23A7C31A}">
      <dgm:prSet/>
      <dgm:spPr/>
      <dgm:t>
        <a:bodyPr/>
        <a:lstStyle/>
        <a:p>
          <a:endParaRPr lang="en-US"/>
        </a:p>
      </dgm:t>
    </dgm:pt>
    <dgm:pt modelId="{BF73A851-28A9-409C-803C-A0F9FCFAE6BF}" type="pres">
      <dgm:prSet presAssocID="{0C557695-00CC-4120-9EF5-063B7163FB73}" presName="root" presStyleCnt="0">
        <dgm:presLayoutVars>
          <dgm:dir/>
          <dgm:resizeHandles val="exact"/>
        </dgm:presLayoutVars>
      </dgm:prSet>
      <dgm:spPr/>
    </dgm:pt>
    <dgm:pt modelId="{A7DD0146-C564-424C-AC9C-F9915DA3CD24}" type="pres">
      <dgm:prSet presAssocID="{92E97BC9-8A4F-45A4-9CF0-DD0685D3F0BB}" presName="compNode" presStyleCnt="0"/>
      <dgm:spPr/>
    </dgm:pt>
    <dgm:pt modelId="{A606DAF8-EAD4-400F-B518-BC9CD0661D9B}" type="pres">
      <dgm:prSet presAssocID="{92E97BC9-8A4F-45A4-9CF0-DD0685D3F0BB}" presName="bgRect" presStyleLbl="bgShp" presStyleIdx="0" presStyleCnt="3"/>
      <dgm:spPr/>
    </dgm:pt>
    <dgm:pt modelId="{43E8D38B-FAF7-424F-AC2B-0BF2D3E03557}" type="pres">
      <dgm:prSet presAssocID="{92E97BC9-8A4F-45A4-9CF0-DD0685D3F0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DC72734-1046-4FBF-BD5F-CA6C67420A4F}" type="pres">
      <dgm:prSet presAssocID="{92E97BC9-8A4F-45A4-9CF0-DD0685D3F0BB}" presName="spaceRect" presStyleCnt="0"/>
      <dgm:spPr/>
    </dgm:pt>
    <dgm:pt modelId="{CAF0AD5F-F124-40E1-B941-6AAE317FC1DF}" type="pres">
      <dgm:prSet presAssocID="{92E97BC9-8A4F-45A4-9CF0-DD0685D3F0BB}" presName="parTx" presStyleLbl="revTx" presStyleIdx="0" presStyleCnt="3">
        <dgm:presLayoutVars>
          <dgm:chMax val="0"/>
          <dgm:chPref val="0"/>
        </dgm:presLayoutVars>
      </dgm:prSet>
      <dgm:spPr/>
    </dgm:pt>
    <dgm:pt modelId="{39DF82D5-BAB4-4048-9048-83D557A6DF0C}" type="pres">
      <dgm:prSet presAssocID="{D7E6145C-CB6C-4974-97EF-B635E83F7ACD}" presName="sibTrans" presStyleCnt="0"/>
      <dgm:spPr/>
    </dgm:pt>
    <dgm:pt modelId="{80FBAC5E-777E-4BE0-BDE9-D0D61F979EA8}" type="pres">
      <dgm:prSet presAssocID="{75C45594-E853-4F94-86FD-4131164D1F32}" presName="compNode" presStyleCnt="0"/>
      <dgm:spPr/>
    </dgm:pt>
    <dgm:pt modelId="{87FCBF7D-1C9E-455F-BAFA-6FE04BC1C7AD}" type="pres">
      <dgm:prSet presAssocID="{75C45594-E853-4F94-86FD-4131164D1F32}" presName="bgRect" presStyleLbl="bgShp" presStyleIdx="1" presStyleCnt="3"/>
      <dgm:spPr/>
    </dgm:pt>
    <dgm:pt modelId="{3E17DAE6-E95C-4ECE-9856-FA12DAFA9C05}" type="pres">
      <dgm:prSet presAssocID="{75C45594-E853-4F94-86FD-4131164D1F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4726CA9C-CD4D-4350-99C9-0A4E263E19E4}" type="pres">
      <dgm:prSet presAssocID="{75C45594-E853-4F94-86FD-4131164D1F32}" presName="spaceRect" presStyleCnt="0"/>
      <dgm:spPr/>
    </dgm:pt>
    <dgm:pt modelId="{4BA89B7C-A469-4885-B2B4-9E5A3B048AA8}" type="pres">
      <dgm:prSet presAssocID="{75C45594-E853-4F94-86FD-4131164D1F32}" presName="parTx" presStyleLbl="revTx" presStyleIdx="1" presStyleCnt="3">
        <dgm:presLayoutVars>
          <dgm:chMax val="0"/>
          <dgm:chPref val="0"/>
        </dgm:presLayoutVars>
      </dgm:prSet>
      <dgm:spPr/>
    </dgm:pt>
    <dgm:pt modelId="{1F2F2FBA-60DC-4394-9D18-E6E68E8AA1AD}" type="pres">
      <dgm:prSet presAssocID="{0CA50667-7B2E-4DBB-8535-F356A76F4969}" presName="sibTrans" presStyleCnt="0"/>
      <dgm:spPr/>
    </dgm:pt>
    <dgm:pt modelId="{77C583FA-984A-4592-81EE-A1A6CAA2A57E}" type="pres">
      <dgm:prSet presAssocID="{86B379C6-508A-4949-9499-AFB1FCAA9FE7}" presName="compNode" presStyleCnt="0"/>
      <dgm:spPr/>
    </dgm:pt>
    <dgm:pt modelId="{BA10A6C6-20D4-4DE7-B46E-3147003DC269}" type="pres">
      <dgm:prSet presAssocID="{86B379C6-508A-4949-9499-AFB1FCAA9FE7}" presName="bgRect" presStyleLbl="bgShp" presStyleIdx="2" presStyleCnt="3"/>
      <dgm:spPr/>
    </dgm:pt>
    <dgm:pt modelId="{316A11FE-3E6D-4FE5-94F9-A9121D86FFC0}" type="pres">
      <dgm:prSet presAssocID="{86B379C6-508A-4949-9499-AFB1FCAA9F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140B99C-C807-46F3-A152-F4F9C1703C1F}" type="pres">
      <dgm:prSet presAssocID="{86B379C6-508A-4949-9499-AFB1FCAA9FE7}" presName="spaceRect" presStyleCnt="0"/>
      <dgm:spPr/>
    </dgm:pt>
    <dgm:pt modelId="{C5640806-D41B-4B84-94FC-32C5C4C3541A}" type="pres">
      <dgm:prSet presAssocID="{86B379C6-508A-4949-9499-AFB1FCAA9FE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EDF8E24-857F-43FC-8810-EE251EFE2268}" type="presOf" srcId="{75C45594-E853-4F94-86FD-4131164D1F32}" destId="{4BA89B7C-A469-4885-B2B4-9E5A3B048AA8}" srcOrd="0" destOrd="0" presId="urn:microsoft.com/office/officeart/2018/2/layout/IconVerticalSolidList"/>
    <dgm:cxn modelId="{A2043A38-FEAB-4CF0-A47E-E98EB7461431}" type="presOf" srcId="{0C557695-00CC-4120-9EF5-063B7163FB73}" destId="{BF73A851-28A9-409C-803C-A0F9FCFAE6BF}" srcOrd="0" destOrd="0" presId="urn:microsoft.com/office/officeart/2018/2/layout/IconVerticalSolidList"/>
    <dgm:cxn modelId="{787A925F-EA95-4461-816C-75DF23A7C31A}" srcId="{0C557695-00CC-4120-9EF5-063B7163FB73}" destId="{86B379C6-508A-4949-9499-AFB1FCAA9FE7}" srcOrd="2" destOrd="0" parTransId="{D3088D3B-85D5-43F6-A3F2-994990BD2A86}" sibTransId="{4ADA1A5E-EA23-46DD-8BE9-C2A2192D12A3}"/>
    <dgm:cxn modelId="{BBB0A672-BA8B-48CD-AB14-BC226813BBCB}" type="presOf" srcId="{86B379C6-508A-4949-9499-AFB1FCAA9FE7}" destId="{C5640806-D41B-4B84-94FC-32C5C4C3541A}" srcOrd="0" destOrd="0" presId="urn:microsoft.com/office/officeart/2018/2/layout/IconVerticalSolidList"/>
    <dgm:cxn modelId="{A39F82CE-A61B-4AF4-8259-AFA47BB46FCF}" srcId="{0C557695-00CC-4120-9EF5-063B7163FB73}" destId="{75C45594-E853-4F94-86FD-4131164D1F32}" srcOrd="1" destOrd="0" parTransId="{E47ACE49-0C52-414D-895B-67B96E538F0F}" sibTransId="{0CA50667-7B2E-4DBB-8535-F356A76F4969}"/>
    <dgm:cxn modelId="{C04BEEDD-F29E-404B-B3B8-F806AC77ED05}" type="presOf" srcId="{92E97BC9-8A4F-45A4-9CF0-DD0685D3F0BB}" destId="{CAF0AD5F-F124-40E1-B941-6AAE317FC1DF}" srcOrd="0" destOrd="0" presId="urn:microsoft.com/office/officeart/2018/2/layout/IconVerticalSolidList"/>
    <dgm:cxn modelId="{A8A913FE-4AE9-492F-B0BD-34BEA2A6D974}" srcId="{0C557695-00CC-4120-9EF5-063B7163FB73}" destId="{92E97BC9-8A4F-45A4-9CF0-DD0685D3F0BB}" srcOrd="0" destOrd="0" parTransId="{B9CA1C6E-308F-40B2-AA86-C8ED8C2632F9}" sibTransId="{D7E6145C-CB6C-4974-97EF-B635E83F7ACD}"/>
    <dgm:cxn modelId="{85FE47C4-721A-4657-8396-4FF10A7E3809}" type="presParOf" srcId="{BF73A851-28A9-409C-803C-A0F9FCFAE6BF}" destId="{A7DD0146-C564-424C-AC9C-F9915DA3CD24}" srcOrd="0" destOrd="0" presId="urn:microsoft.com/office/officeart/2018/2/layout/IconVerticalSolidList"/>
    <dgm:cxn modelId="{68A50260-5FD5-4272-BB5A-49CAF837B401}" type="presParOf" srcId="{A7DD0146-C564-424C-AC9C-F9915DA3CD24}" destId="{A606DAF8-EAD4-400F-B518-BC9CD0661D9B}" srcOrd="0" destOrd="0" presId="urn:microsoft.com/office/officeart/2018/2/layout/IconVerticalSolidList"/>
    <dgm:cxn modelId="{D2260F78-AC57-4800-B14E-54FD41A46ECE}" type="presParOf" srcId="{A7DD0146-C564-424C-AC9C-F9915DA3CD24}" destId="{43E8D38B-FAF7-424F-AC2B-0BF2D3E03557}" srcOrd="1" destOrd="0" presId="urn:microsoft.com/office/officeart/2018/2/layout/IconVerticalSolidList"/>
    <dgm:cxn modelId="{5FC2977A-92E8-4AF7-A49E-44FA4C94C4F9}" type="presParOf" srcId="{A7DD0146-C564-424C-AC9C-F9915DA3CD24}" destId="{4DC72734-1046-4FBF-BD5F-CA6C67420A4F}" srcOrd="2" destOrd="0" presId="urn:microsoft.com/office/officeart/2018/2/layout/IconVerticalSolidList"/>
    <dgm:cxn modelId="{77AD42F7-A5CE-4C0A-9D81-E13D48B33584}" type="presParOf" srcId="{A7DD0146-C564-424C-AC9C-F9915DA3CD24}" destId="{CAF0AD5F-F124-40E1-B941-6AAE317FC1DF}" srcOrd="3" destOrd="0" presId="urn:microsoft.com/office/officeart/2018/2/layout/IconVerticalSolidList"/>
    <dgm:cxn modelId="{682D409C-6E5E-412B-901E-DFA233792343}" type="presParOf" srcId="{BF73A851-28A9-409C-803C-A0F9FCFAE6BF}" destId="{39DF82D5-BAB4-4048-9048-83D557A6DF0C}" srcOrd="1" destOrd="0" presId="urn:microsoft.com/office/officeart/2018/2/layout/IconVerticalSolidList"/>
    <dgm:cxn modelId="{68F84FA8-2E50-484F-8CA3-00DDDD87E9D7}" type="presParOf" srcId="{BF73A851-28A9-409C-803C-A0F9FCFAE6BF}" destId="{80FBAC5E-777E-4BE0-BDE9-D0D61F979EA8}" srcOrd="2" destOrd="0" presId="urn:microsoft.com/office/officeart/2018/2/layout/IconVerticalSolidList"/>
    <dgm:cxn modelId="{F995A1A2-B494-4765-9008-D6924DD045F0}" type="presParOf" srcId="{80FBAC5E-777E-4BE0-BDE9-D0D61F979EA8}" destId="{87FCBF7D-1C9E-455F-BAFA-6FE04BC1C7AD}" srcOrd="0" destOrd="0" presId="urn:microsoft.com/office/officeart/2018/2/layout/IconVerticalSolidList"/>
    <dgm:cxn modelId="{0D769CC5-F3D6-4A03-AC86-6C3CABB85B1D}" type="presParOf" srcId="{80FBAC5E-777E-4BE0-BDE9-D0D61F979EA8}" destId="{3E17DAE6-E95C-4ECE-9856-FA12DAFA9C05}" srcOrd="1" destOrd="0" presId="urn:microsoft.com/office/officeart/2018/2/layout/IconVerticalSolidList"/>
    <dgm:cxn modelId="{DD306466-5304-46AE-83F3-FD31A9A7E7CA}" type="presParOf" srcId="{80FBAC5E-777E-4BE0-BDE9-D0D61F979EA8}" destId="{4726CA9C-CD4D-4350-99C9-0A4E263E19E4}" srcOrd="2" destOrd="0" presId="urn:microsoft.com/office/officeart/2018/2/layout/IconVerticalSolidList"/>
    <dgm:cxn modelId="{758D9AE1-3EAB-42B4-AF95-5B19A2EC4244}" type="presParOf" srcId="{80FBAC5E-777E-4BE0-BDE9-D0D61F979EA8}" destId="{4BA89B7C-A469-4885-B2B4-9E5A3B048AA8}" srcOrd="3" destOrd="0" presId="urn:microsoft.com/office/officeart/2018/2/layout/IconVerticalSolidList"/>
    <dgm:cxn modelId="{AE74827A-CCD8-4982-A7FF-A6F181CDB43A}" type="presParOf" srcId="{BF73A851-28A9-409C-803C-A0F9FCFAE6BF}" destId="{1F2F2FBA-60DC-4394-9D18-E6E68E8AA1AD}" srcOrd="3" destOrd="0" presId="urn:microsoft.com/office/officeart/2018/2/layout/IconVerticalSolidList"/>
    <dgm:cxn modelId="{BBE8D1D2-5E87-4F7D-AA7D-3C6127F52EBF}" type="presParOf" srcId="{BF73A851-28A9-409C-803C-A0F9FCFAE6BF}" destId="{77C583FA-984A-4592-81EE-A1A6CAA2A57E}" srcOrd="4" destOrd="0" presId="urn:microsoft.com/office/officeart/2018/2/layout/IconVerticalSolidList"/>
    <dgm:cxn modelId="{AA6FC465-1E71-44A5-936F-797875564B0D}" type="presParOf" srcId="{77C583FA-984A-4592-81EE-A1A6CAA2A57E}" destId="{BA10A6C6-20D4-4DE7-B46E-3147003DC269}" srcOrd="0" destOrd="0" presId="urn:microsoft.com/office/officeart/2018/2/layout/IconVerticalSolidList"/>
    <dgm:cxn modelId="{6FA29770-70F6-4F2C-9EB1-F10AD78BC4F5}" type="presParOf" srcId="{77C583FA-984A-4592-81EE-A1A6CAA2A57E}" destId="{316A11FE-3E6D-4FE5-94F9-A9121D86FFC0}" srcOrd="1" destOrd="0" presId="urn:microsoft.com/office/officeart/2018/2/layout/IconVerticalSolidList"/>
    <dgm:cxn modelId="{022B6846-7707-4C9E-9C10-E4790D5755F5}" type="presParOf" srcId="{77C583FA-984A-4592-81EE-A1A6CAA2A57E}" destId="{7140B99C-C807-46F3-A152-F4F9C1703C1F}" srcOrd="2" destOrd="0" presId="urn:microsoft.com/office/officeart/2018/2/layout/IconVerticalSolidList"/>
    <dgm:cxn modelId="{24395D20-406E-4CE5-AFBB-C9A61E17B473}" type="presParOf" srcId="{77C583FA-984A-4592-81EE-A1A6CAA2A57E}" destId="{C5640806-D41B-4B84-94FC-32C5C4C354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103D92-707D-48F8-ABBA-2163EBB1FA1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1CB8D2-FDCD-4A8F-8D53-9826F8552B4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Aplicar principios de arquitectura limpia.</a:t>
          </a:r>
          <a:endParaRPr lang="en-US"/>
        </a:p>
      </dgm:t>
    </dgm:pt>
    <dgm:pt modelId="{6C9E7EF7-B674-44CE-968A-7F334BAD0153}" type="parTrans" cxnId="{F5646FA4-4717-4531-8FCD-3610AEF143E6}">
      <dgm:prSet/>
      <dgm:spPr/>
      <dgm:t>
        <a:bodyPr/>
        <a:lstStyle/>
        <a:p>
          <a:endParaRPr lang="en-US"/>
        </a:p>
      </dgm:t>
    </dgm:pt>
    <dgm:pt modelId="{5BD0FA83-DDE3-4E7E-8D86-6B507CB4E2B2}" type="sibTrans" cxnId="{F5646FA4-4717-4531-8FCD-3610AEF143E6}">
      <dgm:prSet/>
      <dgm:spPr/>
      <dgm:t>
        <a:bodyPr/>
        <a:lstStyle/>
        <a:p>
          <a:endParaRPr lang="en-US"/>
        </a:p>
      </dgm:t>
    </dgm:pt>
    <dgm:pt modelId="{3AA7FBF2-512A-4BE7-9C6C-FBC0018609F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Integrar modelos de IA de forma desacoplada.</a:t>
          </a:r>
          <a:endParaRPr lang="en-US"/>
        </a:p>
      </dgm:t>
    </dgm:pt>
    <dgm:pt modelId="{90D8A856-2CE9-4AFE-BCCD-4F8A3EBF5926}" type="parTrans" cxnId="{D7FA1A3A-28CD-42AF-AFC1-6858EEF76572}">
      <dgm:prSet/>
      <dgm:spPr/>
      <dgm:t>
        <a:bodyPr/>
        <a:lstStyle/>
        <a:p>
          <a:endParaRPr lang="en-US"/>
        </a:p>
      </dgm:t>
    </dgm:pt>
    <dgm:pt modelId="{082A0EA0-84CF-4816-98F6-4F8EA0EBD1C7}" type="sibTrans" cxnId="{D7FA1A3A-28CD-42AF-AFC1-6858EEF76572}">
      <dgm:prSet/>
      <dgm:spPr/>
      <dgm:t>
        <a:bodyPr/>
        <a:lstStyle/>
        <a:p>
          <a:endParaRPr lang="en-US"/>
        </a:p>
      </dgm:t>
    </dgm:pt>
    <dgm:pt modelId="{23CFD7EB-8BE0-4475-951E-F6384302A2B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Garantizar seguridad, testabilidad y escalabilidad.</a:t>
          </a:r>
          <a:endParaRPr lang="en-US"/>
        </a:p>
      </dgm:t>
    </dgm:pt>
    <dgm:pt modelId="{E03D16AF-D4EC-4C74-8C45-9950ACCF6120}" type="parTrans" cxnId="{305BD243-9B9E-4FC5-AFCF-3A9104264FA6}">
      <dgm:prSet/>
      <dgm:spPr/>
      <dgm:t>
        <a:bodyPr/>
        <a:lstStyle/>
        <a:p>
          <a:endParaRPr lang="en-US"/>
        </a:p>
      </dgm:t>
    </dgm:pt>
    <dgm:pt modelId="{6D37C50B-C473-41F7-9B48-D03B937A88BA}" type="sibTrans" cxnId="{305BD243-9B9E-4FC5-AFCF-3A9104264FA6}">
      <dgm:prSet/>
      <dgm:spPr/>
      <dgm:t>
        <a:bodyPr/>
        <a:lstStyle/>
        <a:p>
          <a:endParaRPr lang="en-US"/>
        </a:p>
      </dgm:t>
    </dgm:pt>
    <dgm:pt modelId="{3A39496D-791A-4A45-A7C3-55E699677F9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Desplegar una solución funcional en producción.</a:t>
          </a:r>
          <a:endParaRPr lang="en-US"/>
        </a:p>
      </dgm:t>
    </dgm:pt>
    <dgm:pt modelId="{9D72D2C9-A75B-4F1C-B1C9-76AEEECF94D3}" type="parTrans" cxnId="{2E4178CD-AE0E-49A2-8B48-5778B78A2616}">
      <dgm:prSet/>
      <dgm:spPr/>
      <dgm:t>
        <a:bodyPr/>
        <a:lstStyle/>
        <a:p>
          <a:endParaRPr lang="en-US"/>
        </a:p>
      </dgm:t>
    </dgm:pt>
    <dgm:pt modelId="{9CAAFE31-8CBC-48E0-975C-9B9C124397A5}" type="sibTrans" cxnId="{2E4178CD-AE0E-49A2-8B48-5778B78A2616}">
      <dgm:prSet/>
      <dgm:spPr/>
      <dgm:t>
        <a:bodyPr/>
        <a:lstStyle/>
        <a:p>
          <a:endParaRPr lang="en-US"/>
        </a:p>
      </dgm:t>
    </dgm:pt>
    <dgm:pt modelId="{4D60AAFB-3BA0-4236-AF19-1604E3FBC260}" type="pres">
      <dgm:prSet presAssocID="{92103D92-707D-48F8-ABBA-2163EBB1FA1C}" presName="root" presStyleCnt="0">
        <dgm:presLayoutVars>
          <dgm:dir/>
          <dgm:resizeHandles val="exact"/>
        </dgm:presLayoutVars>
      </dgm:prSet>
      <dgm:spPr/>
    </dgm:pt>
    <dgm:pt modelId="{E1A2BDA5-895F-4FE1-BA93-3EDC7C74DB8A}" type="pres">
      <dgm:prSet presAssocID="{041CB8D2-FDCD-4A8F-8D53-9826F8552B4B}" presName="compNode" presStyleCnt="0"/>
      <dgm:spPr/>
    </dgm:pt>
    <dgm:pt modelId="{B1596C51-7908-4B98-A248-2636B4BA76BA}" type="pres">
      <dgm:prSet presAssocID="{041CB8D2-FDCD-4A8F-8D53-9826F8552B4B}" presName="bgRect" presStyleLbl="bgShp" presStyleIdx="0" presStyleCnt="4"/>
      <dgm:spPr/>
    </dgm:pt>
    <dgm:pt modelId="{3BC099C3-EE9E-462E-A74C-244AA9E172FE}" type="pres">
      <dgm:prSet presAssocID="{041CB8D2-FDCD-4A8F-8D53-9826F8552B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734B54AA-394B-40AA-99BB-16C555761833}" type="pres">
      <dgm:prSet presAssocID="{041CB8D2-FDCD-4A8F-8D53-9826F8552B4B}" presName="spaceRect" presStyleCnt="0"/>
      <dgm:spPr/>
    </dgm:pt>
    <dgm:pt modelId="{2BBF0F64-3234-48E3-B532-C606768FA13F}" type="pres">
      <dgm:prSet presAssocID="{041CB8D2-FDCD-4A8F-8D53-9826F8552B4B}" presName="parTx" presStyleLbl="revTx" presStyleIdx="0" presStyleCnt="4">
        <dgm:presLayoutVars>
          <dgm:chMax val="0"/>
          <dgm:chPref val="0"/>
        </dgm:presLayoutVars>
      </dgm:prSet>
      <dgm:spPr/>
    </dgm:pt>
    <dgm:pt modelId="{879435CA-6337-428E-ABB0-474FEABF737F}" type="pres">
      <dgm:prSet presAssocID="{5BD0FA83-DDE3-4E7E-8D86-6B507CB4E2B2}" presName="sibTrans" presStyleCnt="0"/>
      <dgm:spPr/>
    </dgm:pt>
    <dgm:pt modelId="{5C4C281C-3D4D-41AE-B1FC-E80583203F49}" type="pres">
      <dgm:prSet presAssocID="{3AA7FBF2-512A-4BE7-9C6C-FBC0018609FF}" presName="compNode" presStyleCnt="0"/>
      <dgm:spPr/>
    </dgm:pt>
    <dgm:pt modelId="{A866F7AC-02FD-44FF-B714-566ACA08F2BE}" type="pres">
      <dgm:prSet presAssocID="{3AA7FBF2-512A-4BE7-9C6C-FBC0018609FF}" presName="bgRect" presStyleLbl="bgShp" presStyleIdx="1" presStyleCnt="4"/>
      <dgm:spPr/>
    </dgm:pt>
    <dgm:pt modelId="{D130C33A-E78A-47BD-8D4A-44F578FB1685}" type="pres">
      <dgm:prSet presAssocID="{3AA7FBF2-512A-4BE7-9C6C-FBC0018609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303852E-3FC9-44DB-A32E-D77FB79D8784}" type="pres">
      <dgm:prSet presAssocID="{3AA7FBF2-512A-4BE7-9C6C-FBC0018609FF}" presName="spaceRect" presStyleCnt="0"/>
      <dgm:spPr/>
    </dgm:pt>
    <dgm:pt modelId="{76F3DE2E-39D3-495D-B698-044AE1102DD4}" type="pres">
      <dgm:prSet presAssocID="{3AA7FBF2-512A-4BE7-9C6C-FBC0018609FF}" presName="parTx" presStyleLbl="revTx" presStyleIdx="1" presStyleCnt="4">
        <dgm:presLayoutVars>
          <dgm:chMax val="0"/>
          <dgm:chPref val="0"/>
        </dgm:presLayoutVars>
      </dgm:prSet>
      <dgm:spPr/>
    </dgm:pt>
    <dgm:pt modelId="{655E2F52-4D7F-487F-ACBA-4BC4C3B01793}" type="pres">
      <dgm:prSet presAssocID="{082A0EA0-84CF-4816-98F6-4F8EA0EBD1C7}" presName="sibTrans" presStyleCnt="0"/>
      <dgm:spPr/>
    </dgm:pt>
    <dgm:pt modelId="{CEFF873D-B6B5-48A3-9E7E-A4A272C77125}" type="pres">
      <dgm:prSet presAssocID="{23CFD7EB-8BE0-4475-951E-F6384302A2BF}" presName="compNode" presStyleCnt="0"/>
      <dgm:spPr/>
    </dgm:pt>
    <dgm:pt modelId="{999D5DB1-CE43-4171-A945-FCE48A075D6B}" type="pres">
      <dgm:prSet presAssocID="{23CFD7EB-8BE0-4475-951E-F6384302A2BF}" presName="bgRect" presStyleLbl="bgShp" presStyleIdx="2" presStyleCnt="4"/>
      <dgm:spPr/>
    </dgm:pt>
    <dgm:pt modelId="{DA9DADD1-A3CA-40BE-B50F-B650337380D2}" type="pres">
      <dgm:prSet presAssocID="{23CFD7EB-8BE0-4475-951E-F6384302A2B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vil Face Outline"/>
        </a:ext>
      </dgm:extLst>
    </dgm:pt>
    <dgm:pt modelId="{F4ADDB20-9497-4623-8412-6F941FBDF9E1}" type="pres">
      <dgm:prSet presAssocID="{23CFD7EB-8BE0-4475-951E-F6384302A2BF}" presName="spaceRect" presStyleCnt="0"/>
      <dgm:spPr/>
    </dgm:pt>
    <dgm:pt modelId="{C8456595-00F3-4743-B304-4606EBAD71F9}" type="pres">
      <dgm:prSet presAssocID="{23CFD7EB-8BE0-4475-951E-F6384302A2BF}" presName="parTx" presStyleLbl="revTx" presStyleIdx="2" presStyleCnt="4">
        <dgm:presLayoutVars>
          <dgm:chMax val="0"/>
          <dgm:chPref val="0"/>
        </dgm:presLayoutVars>
      </dgm:prSet>
      <dgm:spPr/>
    </dgm:pt>
    <dgm:pt modelId="{F504EC6F-1844-44A4-8CEC-8B709E4C7FAD}" type="pres">
      <dgm:prSet presAssocID="{6D37C50B-C473-41F7-9B48-D03B937A88BA}" presName="sibTrans" presStyleCnt="0"/>
      <dgm:spPr/>
    </dgm:pt>
    <dgm:pt modelId="{87854CA9-4F63-42F0-877D-FC75873FA30D}" type="pres">
      <dgm:prSet presAssocID="{3A39496D-791A-4A45-A7C3-55E699677F98}" presName="compNode" presStyleCnt="0"/>
      <dgm:spPr/>
    </dgm:pt>
    <dgm:pt modelId="{15BDF118-2AD9-4884-958F-8EFF27D1008F}" type="pres">
      <dgm:prSet presAssocID="{3A39496D-791A-4A45-A7C3-55E699677F98}" presName="bgRect" presStyleLbl="bgShp" presStyleIdx="3" presStyleCnt="4"/>
      <dgm:spPr/>
    </dgm:pt>
    <dgm:pt modelId="{8F7B93DE-E935-4193-B81A-61B8E5F56222}" type="pres">
      <dgm:prSet presAssocID="{3A39496D-791A-4A45-A7C3-55E699677F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83FF1AD-A227-41D8-9C12-94BE5D4D5D4A}" type="pres">
      <dgm:prSet presAssocID="{3A39496D-791A-4A45-A7C3-55E699677F98}" presName="spaceRect" presStyleCnt="0"/>
      <dgm:spPr/>
    </dgm:pt>
    <dgm:pt modelId="{29C2E692-562A-43E4-9876-D39E41E350D6}" type="pres">
      <dgm:prSet presAssocID="{3A39496D-791A-4A45-A7C3-55E699677F9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8EEFC22-C864-4D72-9DE4-03B08485BB6B}" type="presOf" srcId="{23CFD7EB-8BE0-4475-951E-F6384302A2BF}" destId="{C8456595-00F3-4743-B304-4606EBAD71F9}" srcOrd="0" destOrd="0" presId="urn:microsoft.com/office/officeart/2018/2/layout/IconVerticalSolidList"/>
    <dgm:cxn modelId="{D7FA1A3A-28CD-42AF-AFC1-6858EEF76572}" srcId="{92103D92-707D-48F8-ABBA-2163EBB1FA1C}" destId="{3AA7FBF2-512A-4BE7-9C6C-FBC0018609FF}" srcOrd="1" destOrd="0" parTransId="{90D8A856-2CE9-4AFE-BCCD-4F8A3EBF5926}" sibTransId="{082A0EA0-84CF-4816-98F6-4F8EA0EBD1C7}"/>
    <dgm:cxn modelId="{1EB28E61-F5AE-4A09-B0ED-AF5A293DE040}" type="presOf" srcId="{041CB8D2-FDCD-4A8F-8D53-9826F8552B4B}" destId="{2BBF0F64-3234-48E3-B532-C606768FA13F}" srcOrd="0" destOrd="0" presId="urn:microsoft.com/office/officeart/2018/2/layout/IconVerticalSolidList"/>
    <dgm:cxn modelId="{305BD243-9B9E-4FC5-AFCF-3A9104264FA6}" srcId="{92103D92-707D-48F8-ABBA-2163EBB1FA1C}" destId="{23CFD7EB-8BE0-4475-951E-F6384302A2BF}" srcOrd="2" destOrd="0" parTransId="{E03D16AF-D4EC-4C74-8C45-9950ACCF6120}" sibTransId="{6D37C50B-C473-41F7-9B48-D03B937A88BA}"/>
    <dgm:cxn modelId="{E208D179-5F8D-40C2-81B4-6DD7D879866C}" type="presOf" srcId="{3AA7FBF2-512A-4BE7-9C6C-FBC0018609FF}" destId="{76F3DE2E-39D3-495D-B698-044AE1102DD4}" srcOrd="0" destOrd="0" presId="urn:microsoft.com/office/officeart/2018/2/layout/IconVerticalSolidList"/>
    <dgm:cxn modelId="{F5646FA4-4717-4531-8FCD-3610AEF143E6}" srcId="{92103D92-707D-48F8-ABBA-2163EBB1FA1C}" destId="{041CB8D2-FDCD-4A8F-8D53-9826F8552B4B}" srcOrd="0" destOrd="0" parTransId="{6C9E7EF7-B674-44CE-968A-7F334BAD0153}" sibTransId="{5BD0FA83-DDE3-4E7E-8D86-6B507CB4E2B2}"/>
    <dgm:cxn modelId="{E2F8CBB2-752A-4E93-91CF-4DCB7DED76F0}" type="presOf" srcId="{92103D92-707D-48F8-ABBA-2163EBB1FA1C}" destId="{4D60AAFB-3BA0-4236-AF19-1604E3FBC260}" srcOrd="0" destOrd="0" presId="urn:microsoft.com/office/officeart/2018/2/layout/IconVerticalSolidList"/>
    <dgm:cxn modelId="{2E4178CD-AE0E-49A2-8B48-5778B78A2616}" srcId="{92103D92-707D-48F8-ABBA-2163EBB1FA1C}" destId="{3A39496D-791A-4A45-A7C3-55E699677F98}" srcOrd="3" destOrd="0" parTransId="{9D72D2C9-A75B-4F1C-B1C9-76AEEECF94D3}" sibTransId="{9CAAFE31-8CBC-48E0-975C-9B9C124397A5}"/>
    <dgm:cxn modelId="{AFEF05DB-29A6-448B-A161-B6E1BA0656A2}" type="presOf" srcId="{3A39496D-791A-4A45-A7C3-55E699677F98}" destId="{29C2E692-562A-43E4-9876-D39E41E350D6}" srcOrd="0" destOrd="0" presId="urn:microsoft.com/office/officeart/2018/2/layout/IconVerticalSolidList"/>
    <dgm:cxn modelId="{725D99EB-8A80-4DCF-9F65-0A9583C5330C}" type="presParOf" srcId="{4D60AAFB-3BA0-4236-AF19-1604E3FBC260}" destId="{E1A2BDA5-895F-4FE1-BA93-3EDC7C74DB8A}" srcOrd="0" destOrd="0" presId="urn:microsoft.com/office/officeart/2018/2/layout/IconVerticalSolidList"/>
    <dgm:cxn modelId="{F17B0B0F-C678-4E2C-87D0-79296892F58C}" type="presParOf" srcId="{E1A2BDA5-895F-4FE1-BA93-3EDC7C74DB8A}" destId="{B1596C51-7908-4B98-A248-2636B4BA76BA}" srcOrd="0" destOrd="0" presId="urn:microsoft.com/office/officeart/2018/2/layout/IconVerticalSolidList"/>
    <dgm:cxn modelId="{2F4B5C17-AEAC-4428-9169-E94C5B55D4D6}" type="presParOf" srcId="{E1A2BDA5-895F-4FE1-BA93-3EDC7C74DB8A}" destId="{3BC099C3-EE9E-462E-A74C-244AA9E172FE}" srcOrd="1" destOrd="0" presId="urn:microsoft.com/office/officeart/2018/2/layout/IconVerticalSolidList"/>
    <dgm:cxn modelId="{292C8700-F3C0-4A22-82BD-85C207B00B1B}" type="presParOf" srcId="{E1A2BDA5-895F-4FE1-BA93-3EDC7C74DB8A}" destId="{734B54AA-394B-40AA-99BB-16C555761833}" srcOrd="2" destOrd="0" presId="urn:microsoft.com/office/officeart/2018/2/layout/IconVerticalSolidList"/>
    <dgm:cxn modelId="{BD609A24-469E-4BAD-A0D0-C2492EDDFE5B}" type="presParOf" srcId="{E1A2BDA5-895F-4FE1-BA93-3EDC7C74DB8A}" destId="{2BBF0F64-3234-48E3-B532-C606768FA13F}" srcOrd="3" destOrd="0" presId="urn:microsoft.com/office/officeart/2018/2/layout/IconVerticalSolidList"/>
    <dgm:cxn modelId="{A67EF642-91C2-4FBE-8121-D3D67D709C07}" type="presParOf" srcId="{4D60AAFB-3BA0-4236-AF19-1604E3FBC260}" destId="{879435CA-6337-428E-ABB0-474FEABF737F}" srcOrd="1" destOrd="0" presId="urn:microsoft.com/office/officeart/2018/2/layout/IconVerticalSolidList"/>
    <dgm:cxn modelId="{3FDAF606-ACA7-4FDB-BD1C-E7E2DA2154D0}" type="presParOf" srcId="{4D60AAFB-3BA0-4236-AF19-1604E3FBC260}" destId="{5C4C281C-3D4D-41AE-B1FC-E80583203F49}" srcOrd="2" destOrd="0" presId="urn:microsoft.com/office/officeart/2018/2/layout/IconVerticalSolidList"/>
    <dgm:cxn modelId="{A13EFC01-A30C-41AF-AE58-2E08FD6F09E8}" type="presParOf" srcId="{5C4C281C-3D4D-41AE-B1FC-E80583203F49}" destId="{A866F7AC-02FD-44FF-B714-566ACA08F2BE}" srcOrd="0" destOrd="0" presId="urn:microsoft.com/office/officeart/2018/2/layout/IconVerticalSolidList"/>
    <dgm:cxn modelId="{3DF48389-FE3B-45C0-9DF9-AA565E06B7EA}" type="presParOf" srcId="{5C4C281C-3D4D-41AE-B1FC-E80583203F49}" destId="{D130C33A-E78A-47BD-8D4A-44F578FB1685}" srcOrd="1" destOrd="0" presId="urn:microsoft.com/office/officeart/2018/2/layout/IconVerticalSolidList"/>
    <dgm:cxn modelId="{166042E4-1A99-462F-8171-6353E5323CE0}" type="presParOf" srcId="{5C4C281C-3D4D-41AE-B1FC-E80583203F49}" destId="{6303852E-3FC9-44DB-A32E-D77FB79D8784}" srcOrd="2" destOrd="0" presId="urn:microsoft.com/office/officeart/2018/2/layout/IconVerticalSolidList"/>
    <dgm:cxn modelId="{DFAA36A1-E84D-445C-89BA-A466F204F4C2}" type="presParOf" srcId="{5C4C281C-3D4D-41AE-B1FC-E80583203F49}" destId="{76F3DE2E-39D3-495D-B698-044AE1102DD4}" srcOrd="3" destOrd="0" presId="urn:microsoft.com/office/officeart/2018/2/layout/IconVerticalSolidList"/>
    <dgm:cxn modelId="{8F6CE1D2-2248-4370-AFA5-9FE7A75C2B04}" type="presParOf" srcId="{4D60AAFB-3BA0-4236-AF19-1604E3FBC260}" destId="{655E2F52-4D7F-487F-ACBA-4BC4C3B01793}" srcOrd="3" destOrd="0" presId="urn:microsoft.com/office/officeart/2018/2/layout/IconVerticalSolidList"/>
    <dgm:cxn modelId="{8F72AFDD-847A-484A-95A4-E9E7F5D287F5}" type="presParOf" srcId="{4D60AAFB-3BA0-4236-AF19-1604E3FBC260}" destId="{CEFF873D-B6B5-48A3-9E7E-A4A272C77125}" srcOrd="4" destOrd="0" presId="urn:microsoft.com/office/officeart/2018/2/layout/IconVerticalSolidList"/>
    <dgm:cxn modelId="{A754FE49-EDFA-4871-9573-57602C4DFD53}" type="presParOf" srcId="{CEFF873D-B6B5-48A3-9E7E-A4A272C77125}" destId="{999D5DB1-CE43-4171-A945-FCE48A075D6B}" srcOrd="0" destOrd="0" presId="urn:microsoft.com/office/officeart/2018/2/layout/IconVerticalSolidList"/>
    <dgm:cxn modelId="{0A27E9FC-2E83-4A45-885D-857F015F0D40}" type="presParOf" srcId="{CEFF873D-B6B5-48A3-9E7E-A4A272C77125}" destId="{DA9DADD1-A3CA-40BE-B50F-B650337380D2}" srcOrd="1" destOrd="0" presId="urn:microsoft.com/office/officeart/2018/2/layout/IconVerticalSolidList"/>
    <dgm:cxn modelId="{E943C74C-5304-455E-9AB1-A36D0F0E3F5E}" type="presParOf" srcId="{CEFF873D-B6B5-48A3-9E7E-A4A272C77125}" destId="{F4ADDB20-9497-4623-8412-6F941FBDF9E1}" srcOrd="2" destOrd="0" presId="urn:microsoft.com/office/officeart/2018/2/layout/IconVerticalSolidList"/>
    <dgm:cxn modelId="{02C4C787-EFAF-4929-854A-B66682ECB059}" type="presParOf" srcId="{CEFF873D-B6B5-48A3-9E7E-A4A272C77125}" destId="{C8456595-00F3-4743-B304-4606EBAD71F9}" srcOrd="3" destOrd="0" presId="urn:microsoft.com/office/officeart/2018/2/layout/IconVerticalSolidList"/>
    <dgm:cxn modelId="{FD1D8518-CF72-4B63-B02A-03F7E7CFDEB6}" type="presParOf" srcId="{4D60AAFB-3BA0-4236-AF19-1604E3FBC260}" destId="{F504EC6F-1844-44A4-8CEC-8B709E4C7FAD}" srcOrd="5" destOrd="0" presId="urn:microsoft.com/office/officeart/2018/2/layout/IconVerticalSolidList"/>
    <dgm:cxn modelId="{939D7CA9-12FC-460F-A755-D4D57531C124}" type="presParOf" srcId="{4D60AAFB-3BA0-4236-AF19-1604E3FBC260}" destId="{87854CA9-4F63-42F0-877D-FC75873FA30D}" srcOrd="6" destOrd="0" presId="urn:microsoft.com/office/officeart/2018/2/layout/IconVerticalSolidList"/>
    <dgm:cxn modelId="{30A79BC2-D3F3-43FD-976F-A1ADFDE07FD6}" type="presParOf" srcId="{87854CA9-4F63-42F0-877D-FC75873FA30D}" destId="{15BDF118-2AD9-4884-958F-8EFF27D1008F}" srcOrd="0" destOrd="0" presId="urn:microsoft.com/office/officeart/2018/2/layout/IconVerticalSolidList"/>
    <dgm:cxn modelId="{545E9E8B-1BDF-4043-85B5-53D3064E4B91}" type="presParOf" srcId="{87854CA9-4F63-42F0-877D-FC75873FA30D}" destId="{8F7B93DE-E935-4193-B81A-61B8E5F56222}" srcOrd="1" destOrd="0" presId="urn:microsoft.com/office/officeart/2018/2/layout/IconVerticalSolidList"/>
    <dgm:cxn modelId="{EBB3F137-CDDF-4735-A572-F460E84F3DF8}" type="presParOf" srcId="{87854CA9-4F63-42F0-877D-FC75873FA30D}" destId="{383FF1AD-A227-41D8-9C12-94BE5D4D5D4A}" srcOrd="2" destOrd="0" presId="urn:microsoft.com/office/officeart/2018/2/layout/IconVerticalSolidList"/>
    <dgm:cxn modelId="{38F65EB0-A890-4357-9A2F-97A221EFDAD9}" type="presParOf" srcId="{87854CA9-4F63-42F0-877D-FC75873FA30D}" destId="{29C2E692-562A-43E4-9876-D39E41E350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2BDC63-96D9-4EF8-A060-FE91277317D9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F1073B-8CAC-4F94-9BA3-E2D9DA55BC8E}">
      <dgm:prSet/>
      <dgm:spPr/>
      <dgm:t>
        <a:bodyPr/>
        <a:lstStyle/>
        <a:p>
          <a:r>
            <a:rPr lang="es-ES"/>
            <a:t>El flujo comienza cuando el usuario accede al asistente de creación y define los parámetros básicos de la aventura.</a:t>
          </a:r>
          <a:endParaRPr lang="en-US"/>
        </a:p>
      </dgm:t>
    </dgm:pt>
    <dgm:pt modelId="{A787058D-E2F5-4EF7-9450-1B442E0E04B8}" type="parTrans" cxnId="{2F484115-CB7B-463E-B88B-E9F26C953D6B}">
      <dgm:prSet/>
      <dgm:spPr/>
      <dgm:t>
        <a:bodyPr/>
        <a:lstStyle/>
        <a:p>
          <a:endParaRPr lang="en-US"/>
        </a:p>
      </dgm:t>
    </dgm:pt>
    <dgm:pt modelId="{6F12294A-CF7F-4B74-857C-7A7E69BCBCA2}" type="sibTrans" cxnId="{2F484115-CB7B-463E-B88B-E9F26C953D6B}">
      <dgm:prSet/>
      <dgm:spPr/>
      <dgm:t>
        <a:bodyPr/>
        <a:lstStyle/>
        <a:p>
          <a:endParaRPr lang="en-US"/>
        </a:p>
      </dgm:t>
    </dgm:pt>
    <dgm:pt modelId="{7E31D296-BACF-4C96-A5CC-4191A6B0EBF8}">
      <dgm:prSet/>
      <dgm:spPr/>
      <dgm:t>
        <a:bodyPr/>
        <a:lstStyle/>
        <a:p>
          <a:r>
            <a:rPr lang="es-ES" dirty="0"/>
            <a:t>Estos datos activan los casos de uso encargados de orquestar la generación de contenido. La inteligencia artificial produce el material narrativo y visual de forma estructurada.</a:t>
          </a:r>
          <a:endParaRPr lang="en-US" dirty="0"/>
        </a:p>
      </dgm:t>
    </dgm:pt>
    <dgm:pt modelId="{E950542A-684E-4281-B27A-92FE76711C2D}" type="parTrans" cxnId="{1C94D47F-6B25-4693-8154-8F981ABF55BB}">
      <dgm:prSet/>
      <dgm:spPr/>
      <dgm:t>
        <a:bodyPr/>
        <a:lstStyle/>
        <a:p>
          <a:endParaRPr lang="en-US"/>
        </a:p>
      </dgm:t>
    </dgm:pt>
    <dgm:pt modelId="{9E1CE7B0-BA6E-4836-893E-39393098F102}" type="sibTrans" cxnId="{1C94D47F-6B25-4693-8154-8F981ABF55BB}">
      <dgm:prSet/>
      <dgm:spPr/>
      <dgm:t>
        <a:bodyPr/>
        <a:lstStyle/>
        <a:p>
          <a:endParaRPr lang="en-US"/>
        </a:p>
      </dgm:t>
    </dgm:pt>
    <dgm:pt modelId="{91EBD9FA-3538-41FB-8B23-D82D39C9EFD1}">
      <dgm:prSet/>
      <dgm:spPr/>
      <dgm:t>
        <a:bodyPr/>
        <a:lstStyle/>
        <a:p>
          <a:r>
            <a:rPr lang="es-ES"/>
            <a:t>El usuario puede regenerar partes del contenido si lo desea, manteniendo siempre un enfoque “human-in-the-loop”. Finalmente, el pack queda almacenado y disponible para su utilización.</a:t>
          </a:r>
          <a:endParaRPr lang="en-US"/>
        </a:p>
      </dgm:t>
    </dgm:pt>
    <dgm:pt modelId="{BC4F72F6-C41F-4F85-B982-624855EE820B}" type="parTrans" cxnId="{524F3414-29DD-48A1-B483-575FDA0D296A}">
      <dgm:prSet/>
      <dgm:spPr/>
      <dgm:t>
        <a:bodyPr/>
        <a:lstStyle/>
        <a:p>
          <a:endParaRPr lang="en-US"/>
        </a:p>
      </dgm:t>
    </dgm:pt>
    <dgm:pt modelId="{FA3D0A13-5388-4188-9ADD-D65B15B2CEB0}" type="sibTrans" cxnId="{524F3414-29DD-48A1-B483-575FDA0D296A}">
      <dgm:prSet/>
      <dgm:spPr/>
      <dgm:t>
        <a:bodyPr/>
        <a:lstStyle/>
        <a:p>
          <a:endParaRPr lang="en-US"/>
        </a:p>
      </dgm:t>
    </dgm:pt>
    <dgm:pt modelId="{4EEF4FD3-06AC-4AF3-89B1-F7C00F6070E5}" type="pres">
      <dgm:prSet presAssocID="{332BDC63-96D9-4EF8-A060-FE91277317D9}" presName="Name0" presStyleCnt="0">
        <dgm:presLayoutVars>
          <dgm:dir/>
          <dgm:animLvl val="lvl"/>
          <dgm:resizeHandles val="exact"/>
        </dgm:presLayoutVars>
      </dgm:prSet>
      <dgm:spPr/>
    </dgm:pt>
    <dgm:pt modelId="{D549C4D4-B603-4256-9B3E-C2A78B4BC9A0}" type="pres">
      <dgm:prSet presAssocID="{91EBD9FA-3538-41FB-8B23-D82D39C9EFD1}" presName="boxAndChildren" presStyleCnt="0"/>
      <dgm:spPr/>
    </dgm:pt>
    <dgm:pt modelId="{4B8AB478-D248-43D9-A309-A39413E17BE2}" type="pres">
      <dgm:prSet presAssocID="{91EBD9FA-3538-41FB-8B23-D82D39C9EFD1}" presName="parentTextBox" presStyleLbl="node1" presStyleIdx="0" presStyleCnt="3"/>
      <dgm:spPr/>
    </dgm:pt>
    <dgm:pt modelId="{6E5324A8-1D3C-441A-8CBD-6570D4207432}" type="pres">
      <dgm:prSet presAssocID="{9E1CE7B0-BA6E-4836-893E-39393098F102}" presName="sp" presStyleCnt="0"/>
      <dgm:spPr/>
    </dgm:pt>
    <dgm:pt modelId="{2E9ACE7E-B8E0-49E1-B4D2-7FE51FC606D3}" type="pres">
      <dgm:prSet presAssocID="{7E31D296-BACF-4C96-A5CC-4191A6B0EBF8}" presName="arrowAndChildren" presStyleCnt="0"/>
      <dgm:spPr/>
    </dgm:pt>
    <dgm:pt modelId="{584374DB-7CB0-4AF7-80AF-DDF58B3050CA}" type="pres">
      <dgm:prSet presAssocID="{7E31D296-BACF-4C96-A5CC-4191A6B0EBF8}" presName="parentTextArrow" presStyleLbl="node1" presStyleIdx="1" presStyleCnt="3"/>
      <dgm:spPr/>
    </dgm:pt>
    <dgm:pt modelId="{6E0A53CE-7903-4B97-88A5-457A69605D9A}" type="pres">
      <dgm:prSet presAssocID="{6F12294A-CF7F-4B74-857C-7A7E69BCBCA2}" presName="sp" presStyleCnt="0"/>
      <dgm:spPr/>
    </dgm:pt>
    <dgm:pt modelId="{EAA613A0-75BF-47CA-96CF-4753BD722B8C}" type="pres">
      <dgm:prSet presAssocID="{04F1073B-8CAC-4F94-9BA3-E2D9DA55BC8E}" presName="arrowAndChildren" presStyleCnt="0"/>
      <dgm:spPr/>
    </dgm:pt>
    <dgm:pt modelId="{5146CC36-0D06-42C3-91FA-5A288B13AAFD}" type="pres">
      <dgm:prSet presAssocID="{04F1073B-8CAC-4F94-9BA3-E2D9DA55BC8E}" presName="parentTextArrow" presStyleLbl="node1" presStyleIdx="2" presStyleCnt="3"/>
      <dgm:spPr/>
    </dgm:pt>
  </dgm:ptLst>
  <dgm:cxnLst>
    <dgm:cxn modelId="{524F3414-29DD-48A1-B483-575FDA0D296A}" srcId="{332BDC63-96D9-4EF8-A060-FE91277317D9}" destId="{91EBD9FA-3538-41FB-8B23-D82D39C9EFD1}" srcOrd="2" destOrd="0" parTransId="{BC4F72F6-C41F-4F85-B982-624855EE820B}" sibTransId="{FA3D0A13-5388-4188-9ADD-D65B15B2CEB0}"/>
    <dgm:cxn modelId="{2F484115-CB7B-463E-B88B-E9F26C953D6B}" srcId="{332BDC63-96D9-4EF8-A060-FE91277317D9}" destId="{04F1073B-8CAC-4F94-9BA3-E2D9DA55BC8E}" srcOrd="0" destOrd="0" parTransId="{A787058D-E2F5-4EF7-9450-1B442E0E04B8}" sibTransId="{6F12294A-CF7F-4B74-857C-7A7E69BCBCA2}"/>
    <dgm:cxn modelId="{10A38240-0F3F-4318-873A-F79D4AACD723}" type="presOf" srcId="{332BDC63-96D9-4EF8-A060-FE91277317D9}" destId="{4EEF4FD3-06AC-4AF3-89B1-F7C00F6070E5}" srcOrd="0" destOrd="0" presId="urn:microsoft.com/office/officeart/2005/8/layout/process4"/>
    <dgm:cxn modelId="{1C94D47F-6B25-4693-8154-8F981ABF55BB}" srcId="{332BDC63-96D9-4EF8-A060-FE91277317D9}" destId="{7E31D296-BACF-4C96-A5CC-4191A6B0EBF8}" srcOrd="1" destOrd="0" parTransId="{E950542A-684E-4281-B27A-92FE76711C2D}" sibTransId="{9E1CE7B0-BA6E-4836-893E-39393098F102}"/>
    <dgm:cxn modelId="{24B172AF-4A61-4245-BFE7-804A198A8545}" type="presOf" srcId="{7E31D296-BACF-4C96-A5CC-4191A6B0EBF8}" destId="{584374DB-7CB0-4AF7-80AF-DDF58B3050CA}" srcOrd="0" destOrd="0" presId="urn:microsoft.com/office/officeart/2005/8/layout/process4"/>
    <dgm:cxn modelId="{0F7959C0-B053-49B9-87B7-42CBA036ACE2}" type="presOf" srcId="{04F1073B-8CAC-4F94-9BA3-E2D9DA55BC8E}" destId="{5146CC36-0D06-42C3-91FA-5A288B13AAFD}" srcOrd="0" destOrd="0" presId="urn:microsoft.com/office/officeart/2005/8/layout/process4"/>
    <dgm:cxn modelId="{8A0FD7C1-39B3-493A-97BA-0D34E9C35C06}" type="presOf" srcId="{91EBD9FA-3538-41FB-8B23-D82D39C9EFD1}" destId="{4B8AB478-D248-43D9-A309-A39413E17BE2}" srcOrd="0" destOrd="0" presId="urn:microsoft.com/office/officeart/2005/8/layout/process4"/>
    <dgm:cxn modelId="{BB9C8AAF-3F74-4477-A5C5-1276DC25252A}" type="presParOf" srcId="{4EEF4FD3-06AC-4AF3-89B1-F7C00F6070E5}" destId="{D549C4D4-B603-4256-9B3E-C2A78B4BC9A0}" srcOrd="0" destOrd="0" presId="urn:microsoft.com/office/officeart/2005/8/layout/process4"/>
    <dgm:cxn modelId="{C393C178-3D86-4A37-A799-EE877EF15666}" type="presParOf" srcId="{D549C4D4-B603-4256-9B3E-C2A78B4BC9A0}" destId="{4B8AB478-D248-43D9-A309-A39413E17BE2}" srcOrd="0" destOrd="0" presId="urn:microsoft.com/office/officeart/2005/8/layout/process4"/>
    <dgm:cxn modelId="{EAA3DB9B-203F-47B5-BA5C-98E9FA837DCA}" type="presParOf" srcId="{4EEF4FD3-06AC-4AF3-89B1-F7C00F6070E5}" destId="{6E5324A8-1D3C-441A-8CBD-6570D4207432}" srcOrd="1" destOrd="0" presId="urn:microsoft.com/office/officeart/2005/8/layout/process4"/>
    <dgm:cxn modelId="{3CDEBFF6-58F1-434C-A974-60B00533E3B9}" type="presParOf" srcId="{4EEF4FD3-06AC-4AF3-89B1-F7C00F6070E5}" destId="{2E9ACE7E-B8E0-49E1-B4D2-7FE51FC606D3}" srcOrd="2" destOrd="0" presId="urn:microsoft.com/office/officeart/2005/8/layout/process4"/>
    <dgm:cxn modelId="{9F62FF1C-19AD-40A3-AC40-9C8226CA0C9B}" type="presParOf" srcId="{2E9ACE7E-B8E0-49E1-B4D2-7FE51FC606D3}" destId="{584374DB-7CB0-4AF7-80AF-DDF58B3050CA}" srcOrd="0" destOrd="0" presId="urn:microsoft.com/office/officeart/2005/8/layout/process4"/>
    <dgm:cxn modelId="{CA27D627-4B81-430D-8F88-C4CD21DB7039}" type="presParOf" srcId="{4EEF4FD3-06AC-4AF3-89B1-F7C00F6070E5}" destId="{6E0A53CE-7903-4B97-88A5-457A69605D9A}" srcOrd="3" destOrd="0" presId="urn:microsoft.com/office/officeart/2005/8/layout/process4"/>
    <dgm:cxn modelId="{BB74A9A5-C316-422A-9102-72CFD2E274C7}" type="presParOf" srcId="{4EEF4FD3-06AC-4AF3-89B1-F7C00F6070E5}" destId="{EAA613A0-75BF-47CA-96CF-4753BD722B8C}" srcOrd="4" destOrd="0" presId="urn:microsoft.com/office/officeart/2005/8/layout/process4"/>
    <dgm:cxn modelId="{347731CB-5B0E-44A9-A27E-0436BFC270FE}" type="presParOf" srcId="{EAA613A0-75BF-47CA-96CF-4753BD722B8C}" destId="{5146CC36-0D06-42C3-91FA-5A288B13AAF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BBABFF-EBAF-47D9-A58A-DF5B4E2C2E4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2E9F59-9064-44DD-8067-87D923C57673}">
      <dgm:prSet/>
      <dgm:spPr/>
      <dgm:t>
        <a:bodyPr/>
        <a:lstStyle/>
        <a:p>
          <a:pPr algn="l">
            <a:defRPr cap="all"/>
          </a:pPr>
          <a:r>
            <a:rPr lang="es-ES" cap="none" dirty="0"/>
            <a:t>el </a:t>
          </a:r>
          <a:r>
            <a:rPr lang="es-ES" cap="none" dirty="0" err="1"/>
            <a:t>frontend</a:t>
          </a:r>
          <a:r>
            <a:rPr lang="es-ES" cap="none" dirty="0"/>
            <a:t> está desarrollado con next.js y </a:t>
          </a:r>
          <a:r>
            <a:rPr lang="es-ES" cap="none" dirty="0" err="1"/>
            <a:t>react</a:t>
          </a:r>
          <a:r>
            <a:rPr lang="es-ES" cap="none" dirty="0"/>
            <a:t>, utilizando </a:t>
          </a:r>
          <a:r>
            <a:rPr lang="es-ES" cap="none" dirty="0" err="1"/>
            <a:t>tailwindcss</a:t>
          </a:r>
          <a:r>
            <a:rPr lang="es-ES" cap="none" dirty="0"/>
            <a:t> para el diseño.</a:t>
          </a:r>
          <a:endParaRPr lang="en-US" cap="none" dirty="0"/>
        </a:p>
      </dgm:t>
    </dgm:pt>
    <dgm:pt modelId="{10A3EF76-7610-4898-A29E-6957D2BBAA2F}" type="parTrans" cxnId="{06FEAD8E-C6F6-445A-8436-E401DF457EB3}">
      <dgm:prSet/>
      <dgm:spPr/>
      <dgm:t>
        <a:bodyPr/>
        <a:lstStyle/>
        <a:p>
          <a:endParaRPr lang="en-US"/>
        </a:p>
      </dgm:t>
    </dgm:pt>
    <dgm:pt modelId="{78E491B5-F117-4A11-87BD-6893DBEB82B4}" type="sibTrans" cxnId="{06FEAD8E-C6F6-445A-8436-E401DF457EB3}">
      <dgm:prSet/>
      <dgm:spPr/>
      <dgm:t>
        <a:bodyPr/>
        <a:lstStyle/>
        <a:p>
          <a:endParaRPr lang="en-US"/>
        </a:p>
      </dgm:t>
    </dgm:pt>
    <dgm:pt modelId="{47F1FC3F-63BB-417E-B2A6-8546D18A10F8}">
      <dgm:prSet/>
      <dgm:spPr/>
      <dgm:t>
        <a:bodyPr/>
        <a:lstStyle/>
        <a:p>
          <a:pPr algn="l">
            <a:defRPr cap="all"/>
          </a:pPr>
          <a:r>
            <a:rPr lang="es-ES" cap="none" dirty="0"/>
            <a:t>el </a:t>
          </a:r>
          <a:r>
            <a:rPr lang="es-ES" cap="none" dirty="0" err="1"/>
            <a:t>backend</a:t>
          </a:r>
          <a:r>
            <a:rPr lang="es-ES" cap="none" dirty="0"/>
            <a:t> se apoya en api </a:t>
          </a:r>
          <a:r>
            <a:rPr lang="es-ES" cap="none" dirty="0" err="1"/>
            <a:t>routes</a:t>
          </a:r>
          <a:r>
            <a:rPr lang="es-ES" cap="none" dirty="0"/>
            <a:t> y en </a:t>
          </a:r>
          <a:r>
            <a:rPr lang="es-ES" cap="none" dirty="0" err="1"/>
            <a:t>supabase</a:t>
          </a:r>
          <a:r>
            <a:rPr lang="es-ES" cap="none" dirty="0"/>
            <a:t> como solución de base de datos, autenticación y control de acceso mediante </a:t>
          </a:r>
          <a:r>
            <a:rPr lang="es-ES" cap="none" dirty="0" err="1"/>
            <a:t>row</a:t>
          </a:r>
          <a:r>
            <a:rPr lang="es-ES" cap="none" dirty="0"/>
            <a:t> </a:t>
          </a:r>
          <a:r>
            <a:rPr lang="es-ES" cap="none" dirty="0" err="1"/>
            <a:t>level</a:t>
          </a:r>
          <a:r>
            <a:rPr lang="es-ES" cap="none" dirty="0"/>
            <a:t> </a:t>
          </a:r>
          <a:r>
            <a:rPr lang="es-ES" cap="none" dirty="0" err="1"/>
            <a:t>security</a:t>
          </a:r>
          <a:r>
            <a:rPr lang="es-ES" cap="none" dirty="0"/>
            <a:t>.</a:t>
          </a:r>
          <a:endParaRPr lang="en-US" cap="none" dirty="0"/>
        </a:p>
      </dgm:t>
    </dgm:pt>
    <dgm:pt modelId="{04E6F219-D5BF-4358-9697-5AFFA93D4B99}" type="parTrans" cxnId="{ACE0BC04-AD8B-4DB1-952E-D020B290F476}">
      <dgm:prSet/>
      <dgm:spPr/>
      <dgm:t>
        <a:bodyPr/>
        <a:lstStyle/>
        <a:p>
          <a:endParaRPr lang="en-US"/>
        </a:p>
      </dgm:t>
    </dgm:pt>
    <dgm:pt modelId="{5EC43A30-DF70-4C30-9CAD-E57DA8F86130}" type="sibTrans" cxnId="{ACE0BC04-AD8B-4DB1-952E-D020B290F476}">
      <dgm:prSet/>
      <dgm:spPr/>
      <dgm:t>
        <a:bodyPr/>
        <a:lstStyle/>
        <a:p>
          <a:endParaRPr lang="en-US"/>
        </a:p>
      </dgm:t>
    </dgm:pt>
    <dgm:pt modelId="{7144C2D4-CB0F-406E-809E-A5185202672D}">
      <dgm:prSet/>
      <dgm:spPr/>
      <dgm:t>
        <a:bodyPr/>
        <a:lstStyle/>
        <a:p>
          <a:pPr algn="l">
            <a:defRPr cap="all"/>
          </a:pPr>
          <a:r>
            <a:rPr lang="es-ES" cap="none" dirty="0"/>
            <a:t>el proyecto incorpora </a:t>
          </a:r>
          <a:r>
            <a:rPr lang="es-ES" cap="none" dirty="0" err="1"/>
            <a:t>testing</a:t>
          </a:r>
          <a:r>
            <a:rPr lang="es-ES" cap="none" dirty="0"/>
            <a:t> con </a:t>
          </a:r>
          <a:r>
            <a:rPr lang="es-ES" cap="none" dirty="0" err="1"/>
            <a:t>vitest</a:t>
          </a:r>
          <a:r>
            <a:rPr lang="es-ES" cap="none" dirty="0"/>
            <a:t> y </a:t>
          </a:r>
          <a:r>
            <a:rPr lang="es-ES" cap="none" dirty="0" err="1"/>
            <a:t>playwright</a:t>
          </a:r>
          <a:r>
            <a:rPr lang="es-ES" cap="none" dirty="0"/>
            <a:t>, así como integración continua mediante </a:t>
          </a:r>
          <a:r>
            <a:rPr lang="es-ES" cap="none" dirty="0" err="1"/>
            <a:t>github</a:t>
          </a:r>
          <a:r>
            <a:rPr lang="es-ES" cap="none" dirty="0"/>
            <a:t> </a:t>
          </a:r>
          <a:r>
            <a:rPr lang="es-ES" cap="none" dirty="0" err="1"/>
            <a:t>actions</a:t>
          </a:r>
          <a:r>
            <a:rPr lang="es-ES" cap="none" dirty="0"/>
            <a:t>.</a:t>
          </a:r>
          <a:endParaRPr lang="en-US" cap="none" dirty="0"/>
        </a:p>
      </dgm:t>
    </dgm:pt>
    <dgm:pt modelId="{10A5BBE1-9073-40E2-BC64-996426318B25}" type="parTrans" cxnId="{E6AD91EC-C855-4630-8BC8-E9B2576C3A76}">
      <dgm:prSet/>
      <dgm:spPr/>
      <dgm:t>
        <a:bodyPr/>
        <a:lstStyle/>
        <a:p>
          <a:endParaRPr lang="en-US"/>
        </a:p>
      </dgm:t>
    </dgm:pt>
    <dgm:pt modelId="{203E1C3A-9D1A-453E-99E9-EE5123CE973A}" type="sibTrans" cxnId="{E6AD91EC-C855-4630-8BC8-E9B2576C3A76}">
      <dgm:prSet/>
      <dgm:spPr/>
      <dgm:t>
        <a:bodyPr/>
        <a:lstStyle/>
        <a:p>
          <a:endParaRPr lang="en-US"/>
        </a:p>
      </dgm:t>
    </dgm:pt>
    <dgm:pt modelId="{2D6479D3-B338-4E0F-8B18-16725687C471}" type="pres">
      <dgm:prSet presAssocID="{36BBABFF-EBAF-47D9-A58A-DF5B4E2C2E4A}" presName="root" presStyleCnt="0">
        <dgm:presLayoutVars>
          <dgm:dir/>
          <dgm:resizeHandles val="exact"/>
        </dgm:presLayoutVars>
      </dgm:prSet>
      <dgm:spPr/>
    </dgm:pt>
    <dgm:pt modelId="{1F65E73D-BB9F-480D-8015-976C68F72441}" type="pres">
      <dgm:prSet presAssocID="{0B2E9F59-9064-44DD-8067-87D923C57673}" presName="compNode" presStyleCnt="0"/>
      <dgm:spPr/>
    </dgm:pt>
    <dgm:pt modelId="{034AAB7A-CE66-4640-B39D-4540D97028A6}" type="pres">
      <dgm:prSet presAssocID="{0B2E9F59-9064-44DD-8067-87D923C57673}" presName="iconBgRect" presStyleLbl="bgShp" presStyleIdx="0" presStyleCnt="3"/>
      <dgm:spPr/>
    </dgm:pt>
    <dgm:pt modelId="{D35DE0FD-D6D1-4CA6-A734-6620F4F9C556}" type="pres">
      <dgm:prSet presAssocID="{0B2E9F59-9064-44DD-8067-87D923C576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74D0096D-C61C-4BB8-8B99-FB3920FAC9CF}" type="pres">
      <dgm:prSet presAssocID="{0B2E9F59-9064-44DD-8067-87D923C57673}" presName="spaceRect" presStyleCnt="0"/>
      <dgm:spPr/>
    </dgm:pt>
    <dgm:pt modelId="{91201D9D-1D94-488D-AF36-502BC4F33311}" type="pres">
      <dgm:prSet presAssocID="{0B2E9F59-9064-44DD-8067-87D923C57673}" presName="textRect" presStyleLbl="revTx" presStyleIdx="0" presStyleCnt="3">
        <dgm:presLayoutVars>
          <dgm:chMax val="1"/>
          <dgm:chPref val="1"/>
        </dgm:presLayoutVars>
      </dgm:prSet>
      <dgm:spPr/>
    </dgm:pt>
    <dgm:pt modelId="{4E1DCC8F-E22F-40E6-A588-D89DBBC3256D}" type="pres">
      <dgm:prSet presAssocID="{78E491B5-F117-4A11-87BD-6893DBEB82B4}" presName="sibTrans" presStyleCnt="0"/>
      <dgm:spPr/>
    </dgm:pt>
    <dgm:pt modelId="{D3FD5DAA-0C0B-4F64-AABD-40A149B31912}" type="pres">
      <dgm:prSet presAssocID="{47F1FC3F-63BB-417E-B2A6-8546D18A10F8}" presName="compNode" presStyleCnt="0"/>
      <dgm:spPr/>
    </dgm:pt>
    <dgm:pt modelId="{DD9321CB-6119-4E3D-82A0-450AD9BF2651}" type="pres">
      <dgm:prSet presAssocID="{47F1FC3F-63BB-417E-B2A6-8546D18A10F8}" presName="iconBgRect" presStyleLbl="bgShp" presStyleIdx="1" presStyleCnt="3"/>
      <dgm:spPr/>
    </dgm:pt>
    <dgm:pt modelId="{2415E028-7C39-4B6A-BE05-451F8B6FC958}" type="pres">
      <dgm:prSet presAssocID="{47F1FC3F-63BB-417E-B2A6-8546D18A10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77900A23-DD7D-42E6-82F9-67992720F272}" type="pres">
      <dgm:prSet presAssocID="{47F1FC3F-63BB-417E-B2A6-8546D18A10F8}" presName="spaceRect" presStyleCnt="0"/>
      <dgm:spPr/>
    </dgm:pt>
    <dgm:pt modelId="{316EC0A5-A5CB-4A4F-8F6A-3A812238A6C8}" type="pres">
      <dgm:prSet presAssocID="{47F1FC3F-63BB-417E-B2A6-8546D18A10F8}" presName="textRect" presStyleLbl="revTx" presStyleIdx="1" presStyleCnt="3">
        <dgm:presLayoutVars>
          <dgm:chMax val="1"/>
          <dgm:chPref val="1"/>
        </dgm:presLayoutVars>
      </dgm:prSet>
      <dgm:spPr/>
    </dgm:pt>
    <dgm:pt modelId="{0939377B-4347-411B-8F1B-73B03C44C85B}" type="pres">
      <dgm:prSet presAssocID="{5EC43A30-DF70-4C30-9CAD-E57DA8F86130}" presName="sibTrans" presStyleCnt="0"/>
      <dgm:spPr/>
    </dgm:pt>
    <dgm:pt modelId="{0175232C-1E0A-40F7-A1AE-BFD27CDCFF16}" type="pres">
      <dgm:prSet presAssocID="{7144C2D4-CB0F-406E-809E-A5185202672D}" presName="compNode" presStyleCnt="0"/>
      <dgm:spPr/>
    </dgm:pt>
    <dgm:pt modelId="{EA3BC801-1BB2-435D-965C-C2446507B214}" type="pres">
      <dgm:prSet presAssocID="{7144C2D4-CB0F-406E-809E-A5185202672D}" presName="iconBgRect" presStyleLbl="bgShp" presStyleIdx="2" presStyleCnt="3"/>
      <dgm:spPr/>
    </dgm:pt>
    <dgm:pt modelId="{C4F50374-0166-447A-B0ED-EFADB8966E09}" type="pres">
      <dgm:prSet presAssocID="{7144C2D4-CB0F-406E-809E-A518520267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66E23C35-89F8-4D1E-AE6F-417730A7F8C6}" type="pres">
      <dgm:prSet presAssocID="{7144C2D4-CB0F-406E-809E-A5185202672D}" presName="spaceRect" presStyleCnt="0"/>
      <dgm:spPr/>
    </dgm:pt>
    <dgm:pt modelId="{076BABA7-C380-4C59-A50F-CE30D7DC4572}" type="pres">
      <dgm:prSet presAssocID="{7144C2D4-CB0F-406E-809E-A518520267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CE0BC04-AD8B-4DB1-952E-D020B290F476}" srcId="{36BBABFF-EBAF-47D9-A58A-DF5B4E2C2E4A}" destId="{47F1FC3F-63BB-417E-B2A6-8546D18A10F8}" srcOrd="1" destOrd="0" parTransId="{04E6F219-D5BF-4358-9697-5AFFA93D4B99}" sibTransId="{5EC43A30-DF70-4C30-9CAD-E57DA8F86130}"/>
    <dgm:cxn modelId="{D195350A-42B2-4ED1-8CDE-547C29D5B974}" type="presOf" srcId="{36BBABFF-EBAF-47D9-A58A-DF5B4E2C2E4A}" destId="{2D6479D3-B338-4E0F-8B18-16725687C471}" srcOrd="0" destOrd="0" presId="urn:microsoft.com/office/officeart/2018/5/layout/IconCircleLabelList"/>
    <dgm:cxn modelId="{A6084F31-A674-4046-86D6-7912F0081AC5}" type="presOf" srcId="{47F1FC3F-63BB-417E-B2A6-8546D18A10F8}" destId="{316EC0A5-A5CB-4A4F-8F6A-3A812238A6C8}" srcOrd="0" destOrd="0" presId="urn:microsoft.com/office/officeart/2018/5/layout/IconCircleLabelList"/>
    <dgm:cxn modelId="{9ADE5852-B2FA-4E6F-AB11-6FCE73638B8B}" type="presOf" srcId="{7144C2D4-CB0F-406E-809E-A5185202672D}" destId="{076BABA7-C380-4C59-A50F-CE30D7DC4572}" srcOrd="0" destOrd="0" presId="urn:microsoft.com/office/officeart/2018/5/layout/IconCircleLabelList"/>
    <dgm:cxn modelId="{06FEAD8E-C6F6-445A-8436-E401DF457EB3}" srcId="{36BBABFF-EBAF-47D9-A58A-DF5B4E2C2E4A}" destId="{0B2E9F59-9064-44DD-8067-87D923C57673}" srcOrd="0" destOrd="0" parTransId="{10A3EF76-7610-4898-A29E-6957D2BBAA2F}" sibTransId="{78E491B5-F117-4A11-87BD-6893DBEB82B4}"/>
    <dgm:cxn modelId="{1BBD9BD7-72CF-4E6A-8771-BB549E7AC03F}" type="presOf" srcId="{0B2E9F59-9064-44DD-8067-87D923C57673}" destId="{91201D9D-1D94-488D-AF36-502BC4F33311}" srcOrd="0" destOrd="0" presId="urn:microsoft.com/office/officeart/2018/5/layout/IconCircleLabelList"/>
    <dgm:cxn modelId="{E6AD91EC-C855-4630-8BC8-E9B2576C3A76}" srcId="{36BBABFF-EBAF-47D9-A58A-DF5B4E2C2E4A}" destId="{7144C2D4-CB0F-406E-809E-A5185202672D}" srcOrd="2" destOrd="0" parTransId="{10A5BBE1-9073-40E2-BC64-996426318B25}" sibTransId="{203E1C3A-9D1A-453E-99E9-EE5123CE973A}"/>
    <dgm:cxn modelId="{97685E6A-E35E-4B6B-A194-5B92F365564F}" type="presParOf" srcId="{2D6479D3-B338-4E0F-8B18-16725687C471}" destId="{1F65E73D-BB9F-480D-8015-976C68F72441}" srcOrd="0" destOrd="0" presId="urn:microsoft.com/office/officeart/2018/5/layout/IconCircleLabelList"/>
    <dgm:cxn modelId="{84AC6D11-A096-4FCE-A0FB-7C8F96FDF82E}" type="presParOf" srcId="{1F65E73D-BB9F-480D-8015-976C68F72441}" destId="{034AAB7A-CE66-4640-B39D-4540D97028A6}" srcOrd="0" destOrd="0" presId="urn:microsoft.com/office/officeart/2018/5/layout/IconCircleLabelList"/>
    <dgm:cxn modelId="{FE868BC8-3939-4E59-A3B7-9D8859EBBF40}" type="presParOf" srcId="{1F65E73D-BB9F-480D-8015-976C68F72441}" destId="{D35DE0FD-D6D1-4CA6-A734-6620F4F9C556}" srcOrd="1" destOrd="0" presId="urn:microsoft.com/office/officeart/2018/5/layout/IconCircleLabelList"/>
    <dgm:cxn modelId="{27F4B6E5-B81E-4172-85E6-E1838D72DEA4}" type="presParOf" srcId="{1F65E73D-BB9F-480D-8015-976C68F72441}" destId="{74D0096D-C61C-4BB8-8B99-FB3920FAC9CF}" srcOrd="2" destOrd="0" presId="urn:microsoft.com/office/officeart/2018/5/layout/IconCircleLabelList"/>
    <dgm:cxn modelId="{3DBD1342-5A15-494F-BCD0-7307F25D98F9}" type="presParOf" srcId="{1F65E73D-BB9F-480D-8015-976C68F72441}" destId="{91201D9D-1D94-488D-AF36-502BC4F33311}" srcOrd="3" destOrd="0" presId="urn:microsoft.com/office/officeart/2018/5/layout/IconCircleLabelList"/>
    <dgm:cxn modelId="{9F240C6B-75E8-4437-8A95-EA436AA8936B}" type="presParOf" srcId="{2D6479D3-B338-4E0F-8B18-16725687C471}" destId="{4E1DCC8F-E22F-40E6-A588-D89DBBC3256D}" srcOrd="1" destOrd="0" presId="urn:microsoft.com/office/officeart/2018/5/layout/IconCircleLabelList"/>
    <dgm:cxn modelId="{CA43990B-A0AD-4893-B223-1858EAF05121}" type="presParOf" srcId="{2D6479D3-B338-4E0F-8B18-16725687C471}" destId="{D3FD5DAA-0C0B-4F64-AABD-40A149B31912}" srcOrd="2" destOrd="0" presId="urn:microsoft.com/office/officeart/2018/5/layout/IconCircleLabelList"/>
    <dgm:cxn modelId="{B05E2D9E-E49D-4B7B-B122-298DE529807F}" type="presParOf" srcId="{D3FD5DAA-0C0B-4F64-AABD-40A149B31912}" destId="{DD9321CB-6119-4E3D-82A0-450AD9BF2651}" srcOrd="0" destOrd="0" presId="urn:microsoft.com/office/officeart/2018/5/layout/IconCircleLabelList"/>
    <dgm:cxn modelId="{177A041E-534E-4088-ABBF-E44D667A292B}" type="presParOf" srcId="{D3FD5DAA-0C0B-4F64-AABD-40A149B31912}" destId="{2415E028-7C39-4B6A-BE05-451F8B6FC958}" srcOrd="1" destOrd="0" presId="urn:microsoft.com/office/officeart/2018/5/layout/IconCircleLabelList"/>
    <dgm:cxn modelId="{C0AC555C-9D8F-417E-8D4A-A42A849B2601}" type="presParOf" srcId="{D3FD5DAA-0C0B-4F64-AABD-40A149B31912}" destId="{77900A23-DD7D-42E6-82F9-67992720F272}" srcOrd="2" destOrd="0" presId="urn:microsoft.com/office/officeart/2018/5/layout/IconCircleLabelList"/>
    <dgm:cxn modelId="{B0B2601F-373A-4CE6-A4A1-E1FED4786311}" type="presParOf" srcId="{D3FD5DAA-0C0B-4F64-AABD-40A149B31912}" destId="{316EC0A5-A5CB-4A4F-8F6A-3A812238A6C8}" srcOrd="3" destOrd="0" presId="urn:microsoft.com/office/officeart/2018/5/layout/IconCircleLabelList"/>
    <dgm:cxn modelId="{242649F1-ADC4-4CC8-8BB6-46FAEB1BCF22}" type="presParOf" srcId="{2D6479D3-B338-4E0F-8B18-16725687C471}" destId="{0939377B-4347-411B-8F1B-73B03C44C85B}" srcOrd="3" destOrd="0" presId="urn:microsoft.com/office/officeart/2018/5/layout/IconCircleLabelList"/>
    <dgm:cxn modelId="{4A42DF02-9814-4DE5-8CDA-73088A8C95C8}" type="presParOf" srcId="{2D6479D3-B338-4E0F-8B18-16725687C471}" destId="{0175232C-1E0A-40F7-A1AE-BFD27CDCFF16}" srcOrd="4" destOrd="0" presId="urn:microsoft.com/office/officeart/2018/5/layout/IconCircleLabelList"/>
    <dgm:cxn modelId="{4D8353E1-B977-476A-B443-11C03DA5F72A}" type="presParOf" srcId="{0175232C-1E0A-40F7-A1AE-BFD27CDCFF16}" destId="{EA3BC801-1BB2-435D-965C-C2446507B214}" srcOrd="0" destOrd="0" presId="urn:microsoft.com/office/officeart/2018/5/layout/IconCircleLabelList"/>
    <dgm:cxn modelId="{658E935F-2873-4369-B37C-4EEF1F5ECF4A}" type="presParOf" srcId="{0175232C-1E0A-40F7-A1AE-BFD27CDCFF16}" destId="{C4F50374-0166-447A-B0ED-EFADB8966E09}" srcOrd="1" destOrd="0" presId="urn:microsoft.com/office/officeart/2018/5/layout/IconCircleLabelList"/>
    <dgm:cxn modelId="{BFDCC4CD-9E25-4ABC-8542-919AE88A4FFF}" type="presParOf" srcId="{0175232C-1E0A-40F7-A1AE-BFD27CDCFF16}" destId="{66E23C35-89F8-4D1E-AE6F-417730A7F8C6}" srcOrd="2" destOrd="0" presId="urn:microsoft.com/office/officeart/2018/5/layout/IconCircleLabelList"/>
    <dgm:cxn modelId="{2695CB7A-A132-4321-BCBA-B7782D75A3EA}" type="presParOf" srcId="{0175232C-1E0A-40F7-A1AE-BFD27CDCFF16}" destId="{076BABA7-C380-4C59-A50F-CE30D7DC457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E4C8C09-F5DD-47D5-A821-55952E643C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5828B5-0AB6-4467-9DE7-A3B7F378E104}">
      <dgm:prSet/>
      <dgm:spPr/>
      <dgm:t>
        <a:bodyPr/>
        <a:lstStyle/>
        <a:p>
          <a:r>
            <a:rPr lang="es-ES"/>
            <a:t>Evolución de la autentificación. Implementación de un sistema sólido de registro y perfil de usuario más avanzado que el actual magic link de supabase.</a:t>
          </a:r>
          <a:endParaRPr lang="en-US"/>
        </a:p>
      </dgm:t>
    </dgm:pt>
    <dgm:pt modelId="{1A3716AF-475E-4852-A98F-99B69F0924E1}" type="parTrans" cxnId="{7FBA5095-F355-4539-949C-2D989347CCCF}">
      <dgm:prSet/>
      <dgm:spPr/>
      <dgm:t>
        <a:bodyPr/>
        <a:lstStyle/>
        <a:p>
          <a:endParaRPr lang="en-US"/>
        </a:p>
      </dgm:t>
    </dgm:pt>
    <dgm:pt modelId="{E28C975D-22B6-47FF-AFD2-8E491389E447}" type="sibTrans" cxnId="{7FBA5095-F355-4539-949C-2D989347CCCF}">
      <dgm:prSet/>
      <dgm:spPr/>
      <dgm:t>
        <a:bodyPr/>
        <a:lstStyle/>
        <a:p>
          <a:endParaRPr lang="en-US"/>
        </a:p>
      </dgm:t>
    </dgm:pt>
    <dgm:pt modelId="{CA5F3585-851E-44D1-BD05-B69A92260AEE}">
      <dgm:prSet/>
      <dgm:spPr/>
      <dgm:t>
        <a:bodyPr/>
        <a:lstStyle/>
        <a:p>
          <a:r>
            <a:rPr lang="es-ES"/>
            <a:t>Generación de material imprimible, añadir funcionalidades adicionales de IA, como creación de piezas gráficas para el desarrollo de las pruebas.</a:t>
          </a:r>
          <a:endParaRPr lang="en-US"/>
        </a:p>
      </dgm:t>
    </dgm:pt>
    <dgm:pt modelId="{863B8B9A-6481-43DB-B9AF-BAD4661CD48A}" type="parTrans" cxnId="{B53D24E5-CA1E-49B5-9ED2-5AEB28F4C71C}">
      <dgm:prSet/>
      <dgm:spPr/>
      <dgm:t>
        <a:bodyPr/>
        <a:lstStyle/>
        <a:p>
          <a:endParaRPr lang="en-US"/>
        </a:p>
      </dgm:t>
    </dgm:pt>
    <dgm:pt modelId="{58E98307-B2C0-40DF-892F-744C36BC49F8}" type="sibTrans" cxnId="{B53D24E5-CA1E-49B5-9ED2-5AEB28F4C71C}">
      <dgm:prSet/>
      <dgm:spPr/>
      <dgm:t>
        <a:bodyPr/>
        <a:lstStyle/>
        <a:p>
          <a:endParaRPr lang="en-US"/>
        </a:p>
      </dgm:t>
    </dgm:pt>
    <dgm:pt modelId="{3BEC970A-4E9D-43B8-AE38-8C66D6706C8D}">
      <dgm:prSet/>
      <dgm:spPr/>
      <dgm:t>
        <a:bodyPr/>
        <a:lstStyle/>
        <a:p>
          <a:r>
            <a:rPr lang="es-ES"/>
            <a:t>Implementación de un sistema de créditos/tokens, para diversificar el coste y que sea un proyecto rentable y mantenible.</a:t>
          </a:r>
          <a:endParaRPr lang="en-US"/>
        </a:p>
      </dgm:t>
    </dgm:pt>
    <dgm:pt modelId="{3A5A3BD4-0082-49CA-A3A6-DD2527F66683}" type="parTrans" cxnId="{2747EF7B-4CDB-4BD3-83B5-195601E3468D}">
      <dgm:prSet/>
      <dgm:spPr/>
      <dgm:t>
        <a:bodyPr/>
        <a:lstStyle/>
        <a:p>
          <a:endParaRPr lang="en-US"/>
        </a:p>
      </dgm:t>
    </dgm:pt>
    <dgm:pt modelId="{FAF14345-B48C-4E79-BF99-6FC3D071327F}" type="sibTrans" cxnId="{2747EF7B-4CDB-4BD3-83B5-195601E3468D}">
      <dgm:prSet/>
      <dgm:spPr/>
      <dgm:t>
        <a:bodyPr/>
        <a:lstStyle/>
        <a:p>
          <a:endParaRPr lang="en-US"/>
        </a:p>
      </dgm:t>
    </dgm:pt>
    <dgm:pt modelId="{9F1C52E6-1934-448A-9E8F-EC2F2BC23097}">
      <dgm:prSet/>
      <dgm:spPr/>
      <dgm:t>
        <a:bodyPr/>
        <a:lstStyle/>
        <a:p>
          <a:r>
            <a:rPr lang="es-ES"/>
            <a:t>Añadir herramientas de feedback por parte de los usuarios.</a:t>
          </a:r>
          <a:endParaRPr lang="en-US"/>
        </a:p>
      </dgm:t>
    </dgm:pt>
    <dgm:pt modelId="{AC71B6B0-A4E7-4134-826A-D0C40BCAFAFC}" type="parTrans" cxnId="{F1FF8A6A-D167-410E-8397-D0C9750090C2}">
      <dgm:prSet/>
      <dgm:spPr/>
      <dgm:t>
        <a:bodyPr/>
        <a:lstStyle/>
        <a:p>
          <a:endParaRPr lang="en-US"/>
        </a:p>
      </dgm:t>
    </dgm:pt>
    <dgm:pt modelId="{3A1A1F2F-8982-4EE2-982E-E8E654BDF4C0}" type="sibTrans" cxnId="{F1FF8A6A-D167-410E-8397-D0C9750090C2}">
      <dgm:prSet/>
      <dgm:spPr/>
      <dgm:t>
        <a:bodyPr/>
        <a:lstStyle/>
        <a:p>
          <a:endParaRPr lang="en-US"/>
        </a:p>
      </dgm:t>
    </dgm:pt>
    <dgm:pt modelId="{23BA1C54-6C95-42B0-A25E-D6EE54F0C04C}" type="pres">
      <dgm:prSet presAssocID="{5E4C8C09-F5DD-47D5-A821-55952E643CAB}" presName="root" presStyleCnt="0">
        <dgm:presLayoutVars>
          <dgm:dir/>
          <dgm:resizeHandles val="exact"/>
        </dgm:presLayoutVars>
      </dgm:prSet>
      <dgm:spPr/>
    </dgm:pt>
    <dgm:pt modelId="{D4CF21E1-268F-4DF2-BBAC-D0FDAFD61AFD}" type="pres">
      <dgm:prSet presAssocID="{545828B5-0AB6-4467-9DE7-A3B7F378E104}" presName="compNode" presStyleCnt="0"/>
      <dgm:spPr/>
    </dgm:pt>
    <dgm:pt modelId="{D338DBBF-296B-426D-934A-FFA471F84D28}" type="pres">
      <dgm:prSet presAssocID="{545828B5-0AB6-4467-9DE7-A3B7F378E104}" presName="bgRect" presStyleLbl="bgShp" presStyleIdx="0" presStyleCnt="4"/>
      <dgm:spPr/>
    </dgm:pt>
    <dgm:pt modelId="{40788DFA-9B1E-46AF-A32B-C3842368CC4A}" type="pres">
      <dgm:prSet presAssocID="{545828B5-0AB6-4467-9DE7-A3B7F378E10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15F3391-64E3-4D29-BD2E-351EC625279E}" type="pres">
      <dgm:prSet presAssocID="{545828B5-0AB6-4467-9DE7-A3B7F378E104}" presName="spaceRect" presStyleCnt="0"/>
      <dgm:spPr/>
    </dgm:pt>
    <dgm:pt modelId="{49D5641A-520C-4580-8837-EB34F9FF92B9}" type="pres">
      <dgm:prSet presAssocID="{545828B5-0AB6-4467-9DE7-A3B7F378E104}" presName="parTx" presStyleLbl="revTx" presStyleIdx="0" presStyleCnt="4">
        <dgm:presLayoutVars>
          <dgm:chMax val="0"/>
          <dgm:chPref val="0"/>
        </dgm:presLayoutVars>
      </dgm:prSet>
      <dgm:spPr/>
    </dgm:pt>
    <dgm:pt modelId="{09B972E7-632F-4182-B2E8-261C40F096B2}" type="pres">
      <dgm:prSet presAssocID="{E28C975D-22B6-47FF-AFD2-8E491389E447}" presName="sibTrans" presStyleCnt="0"/>
      <dgm:spPr/>
    </dgm:pt>
    <dgm:pt modelId="{9FB15DE7-5E4D-46CB-B49A-A8BEBE8191C5}" type="pres">
      <dgm:prSet presAssocID="{CA5F3585-851E-44D1-BD05-B69A92260AEE}" presName="compNode" presStyleCnt="0"/>
      <dgm:spPr/>
    </dgm:pt>
    <dgm:pt modelId="{ECBB8CD7-30A3-4818-B350-6B2948C3F684}" type="pres">
      <dgm:prSet presAssocID="{CA5F3585-851E-44D1-BD05-B69A92260AEE}" presName="bgRect" presStyleLbl="bgShp" presStyleIdx="1" presStyleCnt="4"/>
      <dgm:spPr/>
    </dgm:pt>
    <dgm:pt modelId="{BD56D8FE-D7C9-4E70-B434-02B8066C3536}" type="pres">
      <dgm:prSet presAssocID="{CA5F3585-851E-44D1-BD05-B69A92260A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8DDFC90-D676-4C25-909C-1ED934DDDB2F}" type="pres">
      <dgm:prSet presAssocID="{CA5F3585-851E-44D1-BD05-B69A92260AEE}" presName="spaceRect" presStyleCnt="0"/>
      <dgm:spPr/>
    </dgm:pt>
    <dgm:pt modelId="{62B2F6F1-8E99-4B6E-BE60-AB1FFB1E5972}" type="pres">
      <dgm:prSet presAssocID="{CA5F3585-851E-44D1-BD05-B69A92260AEE}" presName="parTx" presStyleLbl="revTx" presStyleIdx="1" presStyleCnt="4">
        <dgm:presLayoutVars>
          <dgm:chMax val="0"/>
          <dgm:chPref val="0"/>
        </dgm:presLayoutVars>
      </dgm:prSet>
      <dgm:spPr/>
    </dgm:pt>
    <dgm:pt modelId="{97FFE842-51C2-4CB6-B642-73363FA2446C}" type="pres">
      <dgm:prSet presAssocID="{58E98307-B2C0-40DF-892F-744C36BC49F8}" presName="sibTrans" presStyleCnt="0"/>
      <dgm:spPr/>
    </dgm:pt>
    <dgm:pt modelId="{6031D545-BA80-420D-A168-DF1E60961830}" type="pres">
      <dgm:prSet presAssocID="{3BEC970A-4E9D-43B8-AE38-8C66D6706C8D}" presName="compNode" presStyleCnt="0"/>
      <dgm:spPr/>
    </dgm:pt>
    <dgm:pt modelId="{1EA8CF67-D3EE-40A3-8BD4-1F98F051829B}" type="pres">
      <dgm:prSet presAssocID="{3BEC970A-4E9D-43B8-AE38-8C66D6706C8D}" presName="bgRect" presStyleLbl="bgShp" presStyleIdx="2" presStyleCnt="4"/>
      <dgm:spPr/>
    </dgm:pt>
    <dgm:pt modelId="{693C6B6E-48CE-4B3B-9FE4-19B26B47C82D}" type="pres">
      <dgm:prSet presAssocID="{3BEC970A-4E9D-43B8-AE38-8C66D6706C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E4D6D62B-3414-4469-9F80-0168F215E25C}" type="pres">
      <dgm:prSet presAssocID="{3BEC970A-4E9D-43B8-AE38-8C66D6706C8D}" presName="spaceRect" presStyleCnt="0"/>
      <dgm:spPr/>
    </dgm:pt>
    <dgm:pt modelId="{3734B587-FE84-4AD6-86B6-5EA2DCA98A7E}" type="pres">
      <dgm:prSet presAssocID="{3BEC970A-4E9D-43B8-AE38-8C66D6706C8D}" presName="parTx" presStyleLbl="revTx" presStyleIdx="2" presStyleCnt="4">
        <dgm:presLayoutVars>
          <dgm:chMax val="0"/>
          <dgm:chPref val="0"/>
        </dgm:presLayoutVars>
      </dgm:prSet>
      <dgm:spPr/>
    </dgm:pt>
    <dgm:pt modelId="{EA69B250-1C9A-49EA-A60B-99CC9FF4550D}" type="pres">
      <dgm:prSet presAssocID="{FAF14345-B48C-4E79-BF99-6FC3D071327F}" presName="sibTrans" presStyleCnt="0"/>
      <dgm:spPr/>
    </dgm:pt>
    <dgm:pt modelId="{D19CF9F9-ACF5-495C-B959-F064A27DE083}" type="pres">
      <dgm:prSet presAssocID="{9F1C52E6-1934-448A-9E8F-EC2F2BC23097}" presName="compNode" presStyleCnt="0"/>
      <dgm:spPr/>
    </dgm:pt>
    <dgm:pt modelId="{3C5D8745-34B2-4B53-81FB-254DF59632A4}" type="pres">
      <dgm:prSet presAssocID="{9F1C52E6-1934-448A-9E8F-EC2F2BC23097}" presName="bgRect" presStyleLbl="bgShp" presStyleIdx="3" presStyleCnt="4"/>
      <dgm:spPr/>
    </dgm:pt>
    <dgm:pt modelId="{36801F2C-AB0A-45C2-9219-39E3B9DC8506}" type="pres">
      <dgm:prSet presAssocID="{9F1C52E6-1934-448A-9E8F-EC2F2BC230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regar"/>
        </a:ext>
      </dgm:extLst>
    </dgm:pt>
    <dgm:pt modelId="{C043DAE8-1722-443B-9032-1BAF9AF354CD}" type="pres">
      <dgm:prSet presAssocID="{9F1C52E6-1934-448A-9E8F-EC2F2BC23097}" presName="spaceRect" presStyleCnt="0"/>
      <dgm:spPr/>
    </dgm:pt>
    <dgm:pt modelId="{E0BAE48D-EBD2-471D-AE74-A51D427A7342}" type="pres">
      <dgm:prSet presAssocID="{9F1C52E6-1934-448A-9E8F-EC2F2BC2309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AB87A36-D5F6-464B-895C-24C767725DE7}" type="presOf" srcId="{3BEC970A-4E9D-43B8-AE38-8C66D6706C8D}" destId="{3734B587-FE84-4AD6-86B6-5EA2DCA98A7E}" srcOrd="0" destOrd="0" presId="urn:microsoft.com/office/officeart/2018/2/layout/IconVerticalSolidList"/>
    <dgm:cxn modelId="{030AEC3A-2C20-46A0-A049-1945F20431C1}" type="presOf" srcId="{9F1C52E6-1934-448A-9E8F-EC2F2BC23097}" destId="{E0BAE48D-EBD2-471D-AE74-A51D427A7342}" srcOrd="0" destOrd="0" presId="urn:microsoft.com/office/officeart/2018/2/layout/IconVerticalSolidList"/>
    <dgm:cxn modelId="{7EA9843F-283C-4BD0-84D7-EF8E1947DACC}" type="presOf" srcId="{CA5F3585-851E-44D1-BD05-B69A92260AEE}" destId="{62B2F6F1-8E99-4B6E-BE60-AB1FFB1E5972}" srcOrd="0" destOrd="0" presId="urn:microsoft.com/office/officeart/2018/2/layout/IconVerticalSolidList"/>
    <dgm:cxn modelId="{3FE06F4A-18CC-4A38-A1C8-4BB34A58C105}" type="presOf" srcId="{545828B5-0AB6-4467-9DE7-A3B7F378E104}" destId="{49D5641A-520C-4580-8837-EB34F9FF92B9}" srcOrd="0" destOrd="0" presId="urn:microsoft.com/office/officeart/2018/2/layout/IconVerticalSolidList"/>
    <dgm:cxn modelId="{F1FF8A6A-D167-410E-8397-D0C9750090C2}" srcId="{5E4C8C09-F5DD-47D5-A821-55952E643CAB}" destId="{9F1C52E6-1934-448A-9E8F-EC2F2BC23097}" srcOrd="3" destOrd="0" parTransId="{AC71B6B0-A4E7-4134-826A-D0C40BCAFAFC}" sibTransId="{3A1A1F2F-8982-4EE2-982E-E8E654BDF4C0}"/>
    <dgm:cxn modelId="{953C2173-E589-4044-A939-EEFE0B21BD50}" type="presOf" srcId="{5E4C8C09-F5DD-47D5-A821-55952E643CAB}" destId="{23BA1C54-6C95-42B0-A25E-D6EE54F0C04C}" srcOrd="0" destOrd="0" presId="urn:microsoft.com/office/officeart/2018/2/layout/IconVerticalSolidList"/>
    <dgm:cxn modelId="{2747EF7B-4CDB-4BD3-83B5-195601E3468D}" srcId="{5E4C8C09-F5DD-47D5-A821-55952E643CAB}" destId="{3BEC970A-4E9D-43B8-AE38-8C66D6706C8D}" srcOrd="2" destOrd="0" parTransId="{3A5A3BD4-0082-49CA-A3A6-DD2527F66683}" sibTransId="{FAF14345-B48C-4E79-BF99-6FC3D071327F}"/>
    <dgm:cxn modelId="{7FBA5095-F355-4539-949C-2D989347CCCF}" srcId="{5E4C8C09-F5DD-47D5-A821-55952E643CAB}" destId="{545828B5-0AB6-4467-9DE7-A3B7F378E104}" srcOrd="0" destOrd="0" parTransId="{1A3716AF-475E-4852-A98F-99B69F0924E1}" sibTransId="{E28C975D-22B6-47FF-AFD2-8E491389E447}"/>
    <dgm:cxn modelId="{B53D24E5-CA1E-49B5-9ED2-5AEB28F4C71C}" srcId="{5E4C8C09-F5DD-47D5-A821-55952E643CAB}" destId="{CA5F3585-851E-44D1-BD05-B69A92260AEE}" srcOrd="1" destOrd="0" parTransId="{863B8B9A-6481-43DB-B9AF-BAD4661CD48A}" sibTransId="{58E98307-B2C0-40DF-892F-744C36BC49F8}"/>
    <dgm:cxn modelId="{B009DDCC-19D0-4240-A8C8-38B07BD87F7F}" type="presParOf" srcId="{23BA1C54-6C95-42B0-A25E-D6EE54F0C04C}" destId="{D4CF21E1-268F-4DF2-BBAC-D0FDAFD61AFD}" srcOrd="0" destOrd="0" presId="urn:microsoft.com/office/officeart/2018/2/layout/IconVerticalSolidList"/>
    <dgm:cxn modelId="{8F4EBF5A-CEB8-4530-8B48-EA003DF79609}" type="presParOf" srcId="{D4CF21E1-268F-4DF2-BBAC-D0FDAFD61AFD}" destId="{D338DBBF-296B-426D-934A-FFA471F84D28}" srcOrd="0" destOrd="0" presId="urn:microsoft.com/office/officeart/2018/2/layout/IconVerticalSolidList"/>
    <dgm:cxn modelId="{DA47E59A-7214-4A29-B727-422A24BF78E5}" type="presParOf" srcId="{D4CF21E1-268F-4DF2-BBAC-D0FDAFD61AFD}" destId="{40788DFA-9B1E-46AF-A32B-C3842368CC4A}" srcOrd="1" destOrd="0" presId="urn:microsoft.com/office/officeart/2018/2/layout/IconVerticalSolidList"/>
    <dgm:cxn modelId="{9EE0A6BC-A129-4627-858B-F05DAE55A52B}" type="presParOf" srcId="{D4CF21E1-268F-4DF2-BBAC-D0FDAFD61AFD}" destId="{A15F3391-64E3-4D29-BD2E-351EC625279E}" srcOrd="2" destOrd="0" presId="urn:microsoft.com/office/officeart/2018/2/layout/IconVerticalSolidList"/>
    <dgm:cxn modelId="{59087B29-F059-4975-B17F-55042E22958C}" type="presParOf" srcId="{D4CF21E1-268F-4DF2-BBAC-D0FDAFD61AFD}" destId="{49D5641A-520C-4580-8837-EB34F9FF92B9}" srcOrd="3" destOrd="0" presId="urn:microsoft.com/office/officeart/2018/2/layout/IconVerticalSolidList"/>
    <dgm:cxn modelId="{38A6B8FA-FFEB-413D-B13C-CBC10C80673A}" type="presParOf" srcId="{23BA1C54-6C95-42B0-A25E-D6EE54F0C04C}" destId="{09B972E7-632F-4182-B2E8-261C40F096B2}" srcOrd="1" destOrd="0" presId="urn:microsoft.com/office/officeart/2018/2/layout/IconVerticalSolidList"/>
    <dgm:cxn modelId="{178F6DAE-1721-4090-BF21-EFBBBD289A78}" type="presParOf" srcId="{23BA1C54-6C95-42B0-A25E-D6EE54F0C04C}" destId="{9FB15DE7-5E4D-46CB-B49A-A8BEBE8191C5}" srcOrd="2" destOrd="0" presId="urn:microsoft.com/office/officeart/2018/2/layout/IconVerticalSolidList"/>
    <dgm:cxn modelId="{9DE71CBE-C533-44EE-BBDB-C37D6D5CDA2B}" type="presParOf" srcId="{9FB15DE7-5E4D-46CB-B49A-A8BEBE8191C5}" destId="{ECBB8CD7-30A3-4818-B350-6B2948C3F684}" srcOrd="0" destOrd="0" presId="urn:microsoft.com/office/officeart/2018/2/layout/IconVerticalSolidList"/>
    <dgm:cxn modelId="{03771159-43A1-46BD-94CB-0D72D84B191E}" type="presParOf" srcId="{9FB15DE7-5E4D-46CB-B49A-A8BEBE8191C5}" destId="{BD56D8FE-D7C9-4E70-B434-02B8066C3536}" srcOrd="1" destOrd="0" presId="urn:microsoft.com/office/officeart/2018/2/layout/IconVerticalSolidList"/>
    <dgm:cxn modelId="{C7B51E09-6E0A-4CE8-BA92-27E15068B4EB}" type="presParOf" srcId="{9FB15DE7-5E4D-46CB-B49A-A8BEBE8191C5}" destId="{48DDFC90-D676-4C25-909C-1ED934DDDB2F}" srcOrd="2" destOrd="0" presId="urn:microsoft.com/office/officeart/2018/2/layout/IconVerticalSolidList"/>
    <dgm:cxn modelId="{432E8216-C4AD-4B86-9565-E217DB414D59}" type="presParOf" srcId="{9FB15DE7-5E4D-46CB-B49A-A8BEBE8191C5}" destId="{62B2F6F1-8E99-4B6E-BE60-AB1FFB1E5972}" srcOrd="3" destOrd="0" presId="urn:microsoft.com/office/officeart/2018/2/layout/IconVerticalSolidList"/>
    <dgm:cxn modelId="{0898220C-F0E9-4000-88B2-A1A58988778D}" type="presParOf" srcId="{23BA1C54-6C95-42B0-A25E-D6EE54F0C04C}" destId="{97FFE842-51C2-4CB6-B642-73363FA2446C}" srcOrd="3" destOrd="0" presId="urn:microsoft.com/office/officeart/2018/2/layout/IconVerticalSolidList"/>
    <dgm:cxn modelId="{0E05AB84-775E-4143-8334-D69349CE6A32}" type="presParOf" srcId="{23BA1C54-6C95-42B0-A25E-D6EE54F0C04C}" destId="{6031D545-BA80-420D-A168-DF1E60961830}" srcOrd="4" destOrd="0" presId="urn:microsoft.com/office/officeart/2018/2/layout/IconVerticalSolidList"/>
    <dgm:cxn modelId="{4F88E5F8-2544-4F03-A9EC-00872E75386E}" type="presParOf" srcId="{6031D545-BA80-420D-A168-DF1E60961830}" destId="{1EA8CF67-D3EE-40A3-8BD4-1F98F051829B}" srcOrd="0" destOrd="0" presId="urn:microsoft.com/office/officeart/2018/2/layout/IconVerticalSolidList"/>
    <dgm:cxn modelId="{B252DE9C-4F96-42D3-829D-DC21E9B78372}" type="presParOf" srcId="{6031D545-BA80-420D-A168-DF1E60961830}" destId="{693C6B6E-48CE-4B3B-9FE4-19B26B47C82D}" srcOrd="1" destOrd="0" presId="urn:microsoft.com/office/officeart/2018/2/layout/IconVerticalSolidList"/>
    <dgm:cxn modelId="{68FDD683-3306-4922-8115-CAA3596345BA}" type="presParOf" srcId="{6031D545-BA80-420D-A168-DF1E60961830}" destId="{E4D6D62B-3414-4469-9F80-0168F215E25C}" srcOrd="2" destOrd="0" presId="urn:microsoft.com/office/officeart/2018/2/layout/IconVerticalSolidList"/>
    <dgm:cxn modelId="{0A8D93BE-D024-433F-ABE7-72D295574FAD}" type="presParOf" srcId="{6031D545-BA80-420D-A168-DF1E60961830}" destId="{3734B587-FE84-4AD6-86B6-5EA2DCA98A7E}" srcOrd="3" destOrd="0" presId="urn:microsoft.com/office/officeart/2018/2/layout/IconVerticalSolidList"/>
    <dgm:cxn modelId="{AB6170A1-40AB-498C-BEA2-1DA9787B0FB0}" type="presParOf" srcId="{23BA1C54-6C95-42B0-A25E-D6EE54F0C04C}" destId="{EA69B250-1C9A-49EA-A60B-99CC9FF4550D}" srcOrd="5" destOrd="0" presId="urn:microsoft.com/office/officeart/2018/2/layout/IconVerticalSolidList"/>
    <dgm:cxn modelId="{D624B55B-C843-4DB7-A750-7FA6F64FAB16}" type="presParOf" srcId="{23BA1C54-6C95-42B0-A25E-D6EE54F0C04C}" destId="{D19CF9F9-ACF5-495C-B959-F064A27DE083}" srcOrd="6" destOrd="0" presId="urn:microsoft.com/office/officeart/2018/2/layout/IconVerticalSolidList"/>
    <dgm:cxn modelId="{51BA1050-06DF-4712-AB66-AF4A0CC426A1}" type="presParOf" srcId="{D19CF9F9-ACF5-495C-B959-F064A27DE083}" destId="{3C5D8745-34B2-4B53-81FB-254DF59632A4}" srcOrd="0" destOrd="0" presId="urn:microsoft.com/office/officeart/2018/2/layout/IconVerticalSolidList"/>
    <dgm:cxn modelId="{14333FB8-B588-4B62-9C48-83F810E03ED1}" type="presParOf" srcId="{D19CF9F9-ACF5-495C-B959-F064A27DE083}" destId="{36801F2C-AB0A-45C2-9219-39E3B9DC8506}" srcOrd="1" destOrd="0" presId="urn:microsoft.com/office/officeart/2018/2/layout/IconVerticalSolidList"/>
    <dgm:cxn modelId="{248C9643-1DF3-4B1F-BB2B-7426993EC8D6}" type="presParOf" srcId="{D19CF9F9-ACF5-495C-B959-F064A27DE083}" destId="{C043DAE8-1722-443B-9032-1BAF9AF354CD}" srcOrd="2" destOrd="0" presId="urn:microsoft.com/office/officeart/2018/2/layout/IconVerticalSolidList"/>
    <dgm:cxn modelId="{83693E0B-4145-49F5-97D8-7B9DA3DBD2C5}" type="presParOf" srcId="{D19CF9F9-ACF5-495C-B959-F064A27DE083}" destId="{E0BAE48D-EBD2-471D-AE74-A51D427A73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6DAF8-EAD4-400F-B518-BC9CD0661D9B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8D38B-FAF7-424F-AC2B-0BF2D3E03557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0AD5F-F124-40E1-B941-6AAE317FC1DF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En los últimos años, el uso excesivo de pantallas en niños se ha convertido en una preocupación creciente tanto en el ámbito familiar como educativo. Muchos padres y docentes desean ofrecer alternativas creativas y estimulantes que no dependan de dispositivos digitales.</a:t>
          </a:r>
          <a:endParaRPr lang="en-US" sz="1600" kern="1200"/>
        </a:p>
      </dsp:txBody>
      <dsp:txXfrm>
        <a:off x="1686304" y="623"/>
        <a:ext cx="5530111" cy="1460003"/>
      </dsp:txXfrm>
    </dsp:sp>
    <dsp:sp modelId="{87FCBF7D-1C9E-455F-BAFA-6FE04BC1C7AD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7DAE6-E95C-4ECE-9856-FA12DAFA9C05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89B7C-A469-4885-B2B4-9E5A3B048AA8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Sin embargo, diseñar actividades narrativas atractivas requiere tiempo, creatividad y planificación. Entretemps nace con la intención de resolver este problema utilizando inteligencia artificial como herramienta de apoyo para facilitar experiencias offline de calidad.</a:t>
          </a:r>
          <a:endParaRPr lang="en-US" sz="1600" kern="1200"/>
        </a:p>
      </dsp:txBody>
      <dsp:txXfrm>
        <a:off x="1686304" y="1825628"/>
        <a:ext cx="5530111" cy="1460003"/>
      </dsp:txXfrm>
    </dsp:sp>
    <dsp:sp modelId="{BA10A6C6-20D4-4DE7-B46E-3147003DC269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6A11FE-3E6D-4FE5-94F9-A9121D86FFC0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40806-D41B-4B84-94FC-32C5C4C3541A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El proyecto busca demostrar que la IA no solo sirve para aumentar el consumo digital, sino también para reducirlo.</a:t>
          </a:r>
          <a:endParaRPr lang="en-US" sz="1600" kern="1200"/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596C51-7908-4B98-A248-2636B4BA76BA}">
      <dsp:nvSpPr>
        <dsp:cNvPr id="0" name=""/>
        <dsp:cNvSpPr/>
      </dsp:nvSpPr>
      <dsp:spPr>
        <a:xfrm>
          <a:off x="0" y="1032"/>
          <a:ext cx="10890928" cy="5231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099C3-EE9E-462E-A74C-244AA9E172FE}">
      <dsp:nvSpPr>
        <dsp:cNvPr id="0" name=""/>
        <dsp:cNvSpPr/>
      </dsp:nvSpPr>
      <dsp:spPr>
        <a:xfrm>
          <a:off x="158261" y="118747"/>
          <a:ext cx="287748" cy="2877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F0F64-3234-48E3-B532-C606768FA13F}">
      <dsp:nvSpPr>
        <dsp:cNvPr id="0" name=""/>
        <dsp:cNvSpPr/>
      </dsp:nvSpPr>
      <dsp:spPr>
        <a:xfrm>
          <a:off x="604272" y="1032"/>
          <a:ext cx="10286655" cy="523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370" tIns="55370" rIns="55370" bIns="553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Aplicar principios de arquitectura limpia.</a:t>
          </a:r>
          <a:endParaRPr lang="en-US" sz="2200" kern="1200"/>
        </a:p>
      </dsp:txBody>
      <dsp:txXfrm>
        <a:off x="604272" y="1032"/>
        <a:ext cx="10286655" cy="523179"/>
      </dsp:txXfrm>
    </dsp:sp>
    <dsp:sp modelId="{A866F7AC-02FD-44FF-B714-566ACA08F2BE}">
      <dsp:nvSpPr>
        <dsp:cNvPr id="0" name=""/>
        <dsp:cNvSpPr/>
      </dsp:nvSpPr>
      <dsp:spPr>
        <a:xfrm>
          <a:off x="0" y="655006"/>
          <a:ext cx="10890928" cy="5231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0C33A-E78A-47BD-8D4A-44F578FB1685}">
      <dsp:nvSpPr>
        <dsp:cNvPr id="0" name=""/>
        <dsp:cNvSpPr/>
      </dsp:nvSpPr>
      <dsp:spPr>
        <a:xfrm>
          <a:off x="158261" y="772722"/>
          <a:ext cx="287748" cy="2877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3DE2E-39D3-495D-B698-044AE1102DD4}">
      <dsp:nvSpPr>
        <dsp:cNvPr id="0" name=""/>
        <dsp:cNvSpPr/>
      </dsp:nvSpPr>
      <dsp:spPr>
        <a:xfrm>
          <a:off x="604272" y="655006"/>
          <a:ext cx="10286655" cy="523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370" tIns="55370" rIns="55370" bIns="553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Integrar modelos de IA de forma desacoplada.</a:t>
          </a:r>
          <a:endParaRPr lang="en-US" sz="2200" kern="1200"/>
        </a:p>
      </dsp:txBody>
      <dsp:txXfrm>
        <a:off x="604272" y="655006"/>
        <a:ext cx="10286655" cy="523179"/>
      </dsp:txXfrm>
    </dsp:sp>
    <dsp:sp modelId="{999D5DB1-CE43-4171-A945-FCE48A075D6B}">
      <dsp:nvSpPr>
        <dsp:cNvPr id="0" name=""/>
        <dsp:cNvSpPr/>
      </dsp:nvSpPr>
      <dsp:spPr>
        <a:xfrm>
          <a:off x="0" y="1308981"/>
          <a:ext cx="10890928" cy="5231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DADD1-A3CA-40BE-B50F-B650337380D2}">
      <dsp:nvSpPr>
        <dsp:cNvPr id="0" name=""/>
        <dsp:cNvSpPr/>
      </dsp:nvSpPr>
      <dsp:spPr>
        <a:xfrm>
          <a:off x="158261" y="1426696"/>
          <a:ext cx="287748" cy="2877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56595-00F3-4743-B304-4606EBAD71F9}">
      <dsp:nvSpPr>
        <dsp:cNvPr id="0" name=""/>
        <dsp:cNvSpPr/>
      </dsp:nvSpPr>
      <dsp:spPr>
        <a:xfrm>
          <a:off x="604272" y="1308981"/>
          <a:ext cx="10286655" cy="523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370" tIns="55370" rIns="55370" bIns="553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Garantizar seguridad, testabilidad y escalabilidad.</a:t>
          </a:r>
          <a:endParaRPr lang="en-US" sz="2200" kern="1200"/>
        </a:p>
      </dsp:txBody>
      <dsp:txXfrm>
        <a:off x="604272" y="1308981"/>
        <a:ext cx="10286655" cy="523179"/>
      </dsp:txXfrm>
    </dsp:sp>
    <dsp:sp modelId="{15BDF118-2AD9-4884-958F-8EFF27D1008F}">
      <dsp:nvSpPr>
        <dsp:cNvPr id="0" name=""/>
        <dsp:cNvSpPr/>
      </dsp:nvSpPr>
      <dsp:spPr>
        <a:xfrm>
          <a:off x="0" y="1962956"/>
          <a:ext cx="10890928" cy="5231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B93DE-E935-4193-B81A-61B8E5F56222}">
      <dsp:nvSpPr>
        <dsp:cNvPr id="0" name=""/>
        <dsp:cNvSpPr/>
      </dsp:nvSpPr>
      <dsp:spPr>
        <a:xfrm>
          <a:off x="158261" y="2080671"/>
          <a:ext cx="287748" cy="2877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2E692-562A-43E4-9876-D39E41E350D6}">
      <dsp:nvSpPr>
        <dsp:cNvPr id="0" name=""/>
        <dsp:cNvSpPr/>
      </dsp:nvSpPr>
      <dsp:spPr>
        <a:xfrm>
          <a:off x="604272" y="1962956"/>
          <a:ext cx="10286655" cy="523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370" tIns="55370" rIns="55370" bIns="553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Desplegar una solución funcional en producción.</a:t>
          </a:r>
          <a:endParaRPr lang="en-US" sz="2200" kern="1200"/>
        </a:p>
      </dsp:txBody>
      <dsp:txXfrm>
        <a:off x="604272" y="1962956"/>
        <a:ext cx="10286655" cy="5231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8AB478-D248-43D9-A309-A39413E17BE2}">
      <dsp:nvSpPr>
        <dsp:cNvPr id="0" name=""/>
        <dsp:cNvSpPr/>
      </dsp:nvSpPr>
      <dsp:spPr>
        <a:xfrm>
          <a:off x="0" y="3708300"/>
          <a:ext cx="6479357" cy="12171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El usuario puede regenerar partes del contenido si lo desea, manteniendo siempre un enfoque “human-in-the-loop”. Finalmente, el pack queda almacenado y disponible para su utilización.</a:t>
          </a:r>
          <a:endParaRPr lang="en-US" sz="1700" kern="1200"/>
        </a:p>
      </dsp:txBody>
      <dsp:txXfrm>
        <a:off x="0" y="3708300"/>
        <a:ext cx="6479357" cy="1217146"/>
      </dsp:txXfrm>
    </dsp:sp>
    <dsp:sp modelId="{584374DB-7CB0-4AF7-80AF-DDF58B3050CA}">
      <dsp:nvSpPr>
        <dsp:cNvPr id="0" name=""/>
        <dsp:cNvSpPr/>
      </dsp:nvSpPr>
      <dsp:spPr>
        <a:xfrm rot="10800000">
          <a:off x="0" y="1854585"/>
          <a:ext cx="6479357" cy="187197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Estos datos activan los casos de uso encargados de orquestar la generación de contenido. La inteligencia artificial produce el material narrativo y visual de forma estructurada.</a:t>
          </a:r>
          <a:endParaRPr lang="en-US" sz="1700" kern="1200" dirty="0"/>
        </a:p>
      </dsp:txBody>
      <dsp:txXfrm rot="10800000">
        <a:off x="0" y="1854585"/>
        <a:ext cx="6479357" cy="1216351"/>
      </dsp:txXfrm>
    </dsp:sp>
    <dsp:sp modelId="{5146CC36-0D06-42C3-91FA-5A288B13AAFD}">
      <dsp:nvSpPr>
        <dsp:cNvPr id="0" name=""/>
        <dsp:cNvSpPr/>
      </dsp:nvSpPr>
      <dsp:spPr>
        <a:xfrm rot="10800000">
          <a:off x="0" y="870"/>
          <a:ext cx="6479357" cy="1871971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El flujo comienza cuando el usuario accede al asistente de creación y define los parámetros básicos de la aventura.</a:t>
          </a:r>
          <a:endParaRPr lang="en-US" sz="1700" kern="1200"/>
        </a:p>
      </dsp:txBody>
      <dsp:txXfrm rot="10800000">
        <a:off x="0" y="870"/>
        <a:ext cx="6479357" cy="12163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AAB7A-CE66-4640-B39D-4540D97028A6}">
      <dsp:nvSpPr>
        <dsp:cNvPr id="0" name=""/>
        <dsp:cNvSpPr/>
      </dsp:nvSpPr>
      <dsp:spPr>
        <a:xfrm>
          <a:off x="700214" y="226931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DE0FD-D6D1-4CA6-A734-6620F4F9C556}">
      <dsp:nvSpPr>
        <dsp:cNvPr id="0" name=""/>
        <dsp:cNvSpPr/>
      </dsp:nvSpPr>
      <dsp:spPr>
        <a:xfrm>
          <a:off x="1117027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01D9D-1D94-488D-AF36-502BC4F33311}">
      <dsp:nvSpPr>
        <dsp:cNvPr id="0" name=""/>
        <dsp:cNvSpPr/>
      </dsp:nvSpPr>
      <dsp:spPr>
        <a:xfrm>
          <a:off x="74995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300" kern="1200" cap="none" dirty="0"/>
            <a:t>el </a:t>
          </a:r>
          <a:r>
            <a:rPr lang="es-ES" sz="1300" kern="1200" cap="none" dirty="0" err="1"/>
            <a:t>frontend</a:t>
          </a:r>
          <a:r>
            <a:rPr lang="es-ES" sz="1300" kern="1200" cap="none" dirty="0"/>
            <a:t> está desarrollado con next.js y </a:t>
          </a:r>
          <a:r>
            <a:rPr lang="es-ES" sz="1300" kern="1200" cap="none" dirty="0" err="1"/>
            <a:t>react</a:t>
          </a:r>
          <a:r>
            <a:rPr lang="es-ES" sz="1300" kern="1200" cap="none" dirty="0"/>
            <a:t>, utilizando </a:t>
          </a:r>
          <a:r>
            <a:rPr lang="es-ES" sz="1300" kern="1200" cap="none" dirty="0" err="1"/>
            <a:t>tailwindcss</a:t>
          </a:r>
          <a:r>
            <a:rPr lang="es-ES" sz="1300" kern="1200" cap="none" dirty="0"/>
            <a:t> para el diseño.</a:t>
          </a:r>
          <a:endParaRPr lang="en-US" sz="1300" kern="1200" cap="none" dirty="0"/>
        </a:p>
      </dsp:txBody>
      <dsp:txXfrm>
        <a:off x="74995" y="2791931"/>
        <a:ext cx="3206250" cy="720000"/>
      </dsp:txXfrm>
    </dsp:sp>
    <dsp:sp modelId="{DD9321CB-6119-4E3D-82A0-450AD9BF2651}">
      <dsp:nvSpPr>
        <dsp:cNvPr id="0" name=""/>
        <dsp:cNvSpPr/>
      </dsp:nvSpPr>
      <dsp:spPr>
        <a:xfrm>
          <a:off x="4467558" y="226931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5E028-7C39-4B6A-BE05-451F8B6FC958}">
      <dsp:nvSpPr>
        <dsp:cNvPr id="0" name=""/>
        <dsp:cNvSpPr/>
      </dsp:nvSpPr>
      <dsp:spPr>
        <a:xfrm>
          <a:off x="4884370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EC0A5-A5CB-4A4F-8F6A-3A812238A6C8}">
      <dsp:nvSpPr>
        <dsp:cNvPr id="0" name=""/>
        <dsp:cNvSpPr/>
      </dsp:nvSpPr>
      <dsp:spPr>
        <a:xfrm>
          <a:off x="3842339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300" kern="1200" cap="none" dirty="0"/>
            <a:t>el </a:t>
          </a:r>
          <a:r>
            <a:rPr lang="es-ES" sz="1300" kern="1200" cap="none" dirty="0" err="1"/>
            <a:t>backend</a:t>
          </a:r>
          <a:r>
            <a:rPr lang="es-ES" sz="1300" kern="1200" cap="none" dirty="0"/>
            <a:t> se apoya en api </a:t>
          </a:r>
          <a:r>
            <a:rPr lang="es-ES" sz="1300" kern="1200" cap="none" dirty="0" err="1"/>
            <a:t>routes</a:t>
          </a:r>
          <a:r>
            <a:rPr lang="es-ES" sz="1300" kern="1200" cap="none" dirty="0"/>
            <a:t> y en </a:t>
          </a:r>
          <a:r>
            <a:rPr lang="es-ES" sz="1300" kern="1200" cap="none" dirty="0" err="1"/>
            <a:t>supabase</a:t>
          </a:r>
          <a:r>
            <a:rPr lang="es-ES" sz="1300" kern="1200" cap="none" dirty="0"/>
            <a:t> como solución de base de datos, autenticación y control de acceso mediante </a:t>
          </a:r>
          <a:r>
            <a:rPr lang="es-ES" sz="1300" kern="1200" cap="none" dirty="0" err="1"/>
            <a:t>row</a:t>
          </a:r>
          <a:r>
            <a:rPr lang="es-ES" sz="1300" kern="1200" cap="none" dirty="0"/>
            <a:t> </a:t>
          </a:r>
          <a:r>
            <a:rPr lang="es-ES" sz="1300" kern="1200" cap="none" dirty="0" err="1"/>
            <a:t>level</a:t>
          </a:r>
          <a:r>
            <a:rPr lang="es-ES" sz="1300" kern="1200" cap="none" dirty="0"/>
            <a:t> </a:t>
          </a:r>
          <a:r>
            <a:rPr lang="es-ES" sz="1300" kern="1200" cap="none" dirty="0" err="1"/>
            <a:t>security</a:t>
          </a:r>
          <a:r>
            <a:rPr lang="es-ES" sz="1300" kern="1200" cap="none" dirty="0"/>
            <a:t>.</a:t>
          </a:r>
          <a:endParaRPr lang="en-US" sz="1300" kern="1200" cap="none" dirty="0"/>
        </a:p>
      </dsp:txBody>
      <dsp:txXfrm>
        <a:off x="3842339" y="2791931"/>
        <a:ext cx="3206250" cy="720000"/>
      </dsp:txXfrm>
    </dsp:sp>
    <dsp:sp modelId="{EA3BC801-1BB2-435D-965C-C2446507B214}">
      <dsp:nvSpPr>
        <dsp:cNvPr id="0" name=""/>
        <dsp:cNvSpPr/>
      </dsp:nvSpPr>
      <dsp:spPr>
        <a:xfrm>
          <a:off x="8234902" y="226931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50374-0166-447A-B0ED-EFADB8966E09}">
      <dsp:nvSpPr>
        <dsp:cNvPr id="0" name=""/>
        <dsp:cNvSpPr/>
      </dsp:nvSpPr>
      <dsp:spPr>
        <a:xfrm>
          <a:off x="8651714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BABA7-C380-4C59-A50F-CE30D7DC4572}">
      <dsp:nvSpPr>
        <dsp:cNvPr id="0" name=""/>
        <dsp:cNvSpPr/>
      </dsp:nvSpPr>
      <dsp:spPr>
        <a:xfrm>
          <a:off x="7609683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300" kern="1200" cap="none" dirty="0"/>
            <a:t>el proyecto incorpora </a:t>
          </a:r>
          <a:r>
            <a:rPr lang="es-ES" sz="1300" kern="1200" cap="none" dirty="0" err="1"/>
            <a:t>testing</a:t>
          </a:r>
          <a:r>
            <a:rPr lang="es-ES" sz="1300" kern="1200" cap="none" dirty="0"/>
            <a:t> con </a:t>
          </a:r>
          <a:r>
            <a:rPr lang="es-ES" sz="1300" kern="1200" cap="none" dirty="0" err="1"/>
            <a:t>vitest</a:t>
          </a:r>
          <a:r>
            <a:rPr lang="es-ES" sz="1300" kern="1200" cap="none" dirty="0"/>
            <a:t> y </a:t>
          </a:r>
          <a:r>
            <a:rPr lang="es-ES" sz="1300" kern="1200" cap="none" dirty="0" err="1"/>
            <a:t>playwright</a:t>
          </a:r>
          <a:r>
            <a:rPr lang="es-ES" sz="1300" kern="1200" cap="none" dirty="0"/>
            <a:t>, así como integración continua mediante </a:t>
          </a:r>
          <a:r>
            <a:rPr lang="es-ES" sz="1300" kern="1200" cap="none" dirty="0" err="1"/>
            <a:t>github</a:t>
          </a:r>
          <a:r>
            <a:rPr lang="es-ES" sz="1300" kern="1200" cap="none" dirty="0"/>
            <a:t> </a:t>
          </a:r>
          <a:r>
            <a:rPr lang="es-ES" sz="1300" kern="1200" cap="none" dirty="0" err="1"/>
            <a:t>actions</a:t>
          </a:r>
          <a:r>
            <a:rPr lang="es-ES" sz="1300" kern="1200" cap="none" dirty="0"/>
            <a:t>.</a:t>
          </a:r>
          <a:endParaRPr lang="en-US" sz="1300" kern="1200" cap="none" dirty="0"/>
        </a:p>
      </dsp:txBody>
      <dsp:txXfrm>
        <a:off x="7609683" y="2791931"/>
        <a:ext cx="320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8DBBF-296B-426D-934A-FFA471F84D28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88DFA-9B1E-46AF-A32B-C3842368CC4A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5641A-520C-4580-8837-EB34F9FF92B9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Evolución de la autentificación. Implementación de un sistema sólido de registro y perfil de usuario más avanzado que el actual magic link de supabase.</a:t>
          </a:r>
          <a:endParaRPr lang="en-US" sz="1900" kern="1200"/>
        </a:p>
      </dsp:txBody>
      <dsp:txXfrm>
        <a:off x="1241811" y="2121"/>
        <a:ext cx="5974604" cy="1075161"/>
      </dsp:txXfrm>
    </dsp:sp>
    <dsp:sp modelId="{ECBB8CD7-30A3-4818-B350-6B2948C3F684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6D8FE-D7C9-4E70-B434-02B8066C3536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2F6F1-8E99-4B6E-BE60-AB1FFB1E5972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Generación de material imprimible, añadir funcionalidades adicionales de IA, como creación de piezas gráficas para el desarrollo de las pruebas.</a:t>
          </a:r>
          <a:endParaRPr lang="en-US" sz="1900" kern="1200"/>
        </a:p>
      </dsp:txBody>
      <dsp:txXfrm>
        <a:off x="1241811" y="1346073"/>
        <a:ext cx="5974604" cy="1075161"/>
      </dsp:txXfrm>
    </dsp:sp>
    <dsp:sp modelId="{1EA8CF67-D3EE-40A3-8BD4-1F98F051829B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C6B6E-48CE-4B3B-9FE4-19B26B47C82D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4B587-FE84-4AD6-86B6-5EA2DCA98A7E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Implementación de un sistema de créditos/tokens, para diversificar el coste y que sea un proyecto rentable y mantenible.</a:t>
          </a:r>
          <a:endParaRPr lang="en-US" sz="1900" kern="1200"/>
        </a:p>
      </dsp:txBody>
      <dsp:txXfrm>
        <a:off x="1241811" y="2690025"/>
        <a:ext cx="5974604" cy="1075161"/>
      </dsp:txXfrm>
    </dsp:sp>
    <dsp:sp modelId="{3C5D8745-34B2-4B53-81FB-254DF59632A4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01F2C-AB0A-45C2-9219-39E3B9DC8506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AE48D-EBD2-471D-AE74-A51D427A7342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Añadir herramientas de feedback por parte de los usuarios.</a:t>
          </a:r>
          <a:endParaRPr lang="en-US" sz="1900" kern="1200"/>
        </a:p>
      </dsp:txBody>
      <dsp:txXfrm>
        <a:off x="1241811" y="4033977"/>
        <a:ext cx="5974604" cy="10751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23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8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76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3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0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7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70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30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therdp/entretemp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tretemps.vercel.app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4BD4D-115C-E369-F236-6DD76AC05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8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CB8EB7-60CA-FFA1-81BF-959A4317D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Entretemps</a:t>
            </a:r>
            <a:endParaRPr lang="en-US" sz="6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84FC93-AA2A-47AD-C042-EB92E8B71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329" y="1842061"/>
            <a:ext cx="3888419" cy="9692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</a:rPr>
              <a:t>Aventuras sin </a:t>
            </a:r>
            <a:r>
              <a:rPr lang="en-US" sz="1600" dirty="0" err="1">
                <a:solidFill>
                  <a:srgbClr val="FFFFFF"/>
                </a:solidFill>
              </a:rPr>
              <a:t>pantallas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creadas</a:t>
            </a:r>
            <a:r>
              <a:rPr lang="en-US" sz="1600" dirty="0">
                <a:solidFill>
                  <a:srgbClr val="FFFFFF"/>
                </a:solidFill>
              </a:rPr>
              <a:t> con </a:t>
            </a:r>
            <a:r>
              <a:rPr lang="en-US" sz="1600" dirty="0" err="1">
                <a:solidFill>
                  <a:srgbClr val="FFFFFF"/>
                </a:solidFill>
              </a:rPr>
              <a:t>inteligencia</a:t>
            </a:r>
            <a:r>
              <a:rPr lang="en-US" sz="1600" dirty="0">
                <a:solidFill>
                  <a:srgbClr val="FFFFFF"/>
                </a:solidFill>
              </a:rPr>
              <a:t> artificial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7DEB3DDB-5FC2-4F84-6772-CF9CC0C83820}"/>
              </a:ext>
            </a:extLst>
          </p:cNvPr>
          <p:cNvSpPr txBox="1"/>
          <p:nvPr/>
        </p:nvSpPr>
        <p:spPr>
          <a:xfrm>
            <a:off x="457195" y="4967051"/>
            <a:ext cx="46754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ESTHER DOLS PUIGSERVER · 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Trabajo final de máster</a:t>
            </a:r>
          </a:p>
          <a:p>
            <a:pPr>
              <a:spcAft>
                <a:spcPts val="600"/>
              </a:spcAft>
            </a:pP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Máster en Desarrollo con IA  · Big 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Febrero 2026</a:t>
            </a:r>
          </a:p>
          <a:p>
            <a:pPr>
              <a:spcAft>
                <a:spcPts val="600"/>
              </a:spcAft>
            </a:pPr>
            <a:endParaRPr lang="es-E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hlinkClick r:id="rId3"/>
            <a:extLst>
              <a:ext uri="{FF2B5EF4-FFF2-40B4-BE49-F238E27FC236}">
                <a16:creationId xmlns:a16="http://schemas.microsoft.com/office/drawing/2014/main" id="{4FE26528-8DB3-48D5-6D23-DA5E9E232E53}"/>
              </a:ext>
            </a:extLst>
          </p:cNvPr>
          <p:cNvSpPr/>
          <p:nvPr/>
        </p:nvSpPr>
        <p:spPr>
          <a:xfrm>
            <a:off x="540329" y="5934075"/>
            <a:ext cx="2056567" cy="400050"/>
          </a:xfrm>
          <a:prstGeom prst="rect">
            <a:avLst/>
          </a:prstGeom>
          <a:solidFill>
            <a:srgbClr val="877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Accede al Repositorio</a:t>
            </a:r>
          </a:p>
        </p:txBody>
      </p:sp>
      <p:sp>
        <p:nvSpPr>
          <p:cNvPr id="8" name="Rectángulo 7">
            <a:hlinkClick r:id="rId4"/>
            <a:extLst>
              <a:ext uri="{FF2B5EF4-FFF2-40B4-BE49-F238E27FC236}">
                <a16:creationId xmlns:a16="http://schemas.microsoft.com/office/drawing/2014/main" id="{5A24B84C-0AC7-64D2-5D59-C3B735CD3822}"/>
              </a:ext>
            </a:extLst>
          </p:cNvPr>
          <p:cNvSpPr/>
          <p:nvPr/>
        </p:nvSpPr>
        <p:spPr>
          <a:xfrm>
            <a:off x="2686121" y="5934075"/>
            <a:ext cx="2288215" cy="40005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Accede al site</a:t>
            </a:r>
          </a:p>
        </p:txBody>
      </p:sp>
    </p:spTree>
    <p:extLst>
      <p:ext uri="{BB962C8B-B14F-4D97-AF65-F5344CB8AC3E}">
        <p14:creationId xmlns:p14="http://schemas.microsoft.com/office/powerpoint/2010/main" val="1743895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24FECF-6A17-C629-C4A4-ED0D60B8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ES" sz="3600"/>
              <a:t>Contexto y motivación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227F18D-D1AC-BA4B-2194-59F9CF8E04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82842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3324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93A12-0CC4-8CF2-9F3F-E09449F9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 del proyecto</a:t>
            </a:r>
            <a:endParaRPr lang="es-ES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F8622624-6F4D-A513-960F-95CE18F406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3712464"/>
          <a:ext cx="10890928" cy="2487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2D9390D3-5D3D-5D94-05CA-46EF07B13B41}"/>
              </a:ext>
            </a:extLst>
          </p:cNvPr>
          <p:cNvSpPr txBox="1"/>
          <p:nvPr/>
        </p:nvSpPr>
        <p:spPr>
          <a:xfrm>
            <a:off x="601979" y="2350009"/>
            <a:ext cx="10949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objetivo principal del proyecto es desarrollar una aplicación web capaz de generar aventuras personalizadas para niños, listas para ser utilizadas sin pantallas.</a:t>
            </a:r>
          </a:p>
          <a:p>
            <a:endParaRPr lang="es-ES" dirty="0"/>
          </a:p>
          <a:p>
            <a:r>
              <a:rPr lang="es-ES" dirty="0"/>
              <a:t>Desde el punto de vista técnico, el proyecto persigue además:</a:t>
            </a:r>
          </a:p>
        </p:txBody>
      </p:sp>
    </p:spTree>
    <p:extLst>
      <p:ext uri="{BB962C8B-B14F-4D97-AF65-F5344CB8AC3E}">
        <p14:creationId xmlns:p14="http://schemas.microsoft.com/office/powerpoint/2010/main" val="96133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B323B1-0F2A-8358-E617-0FB88BB4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s-ES" dirty="0"/>
              <a:t>Descripción funcional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355E22-EA2D-1481-22EB-EEED0CF63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1755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err="1"/>
              <a:t>Entretemps</a:t>
            </a:r>
            <a:r>
              <a:rPr lang="es-ES" dirty="0"/>
              <a:t> es una plataforma web que permite generar packs completos de aventura a través de un asistente guiado.</a:t>
            </a:r>
          </a:p>
          <a:p>
            <a:pPr marL="0" indent="0">
              <a:buNone/>
            </a:pPr>
            <a:r>
              <a:rPr lang="es-ES" dirty="0"/>
              <a:t>El usuario define parámetros como la edad del niño, la temática o la duración de la actividad. A partir de esa información, el sistema genera automáticamente: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C895342-FA1D-BC1A-D149-2B3E9E14512C}"/>
              </a:ext>
            </a:extLst>
          </p:cNvPr>
          <p:cNvSpPr/>
          <p:nvPr/>
        </p:nvSpPr>
        <p:spPr>
          <a:xfrm>
            <a:off x="1692094" y="4553711"/>
            <a:ext cx="2395728" cy="74980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Historia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principal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7BE1DFD-B56D-AC1D-F326-81731D7B8D37}"/>
              </a:ext>
            </a:extLst>
          </p:cNvPr>
          <p:cNvSpPr/>
          <p:nvPr/>
        </p:nvSpPr>
        <p:spPr>
          <a:xfrm>
            <a:off x="4368238" y="4553711"/>
            <a:ext cx="2395728" cy="74980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Personajes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0207312-E45C-671D-A902-1938F6FDC2CC}"/>
              </a:ext>
            </a:extLst>
          </p:cNvPr>
          <p:cNvSpPr/>
          <p:nvPr/>
        </p:nvSpPr>
        <p:spPr>
          <a:xfrm>
            <a:off x="7044382" y="4553711"/>
            <a:ext cx="2395728" cy="74980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Fases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o misiones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1DA5E89-CEEC-E57D-6E97-4E1959B41764}"/>
              </a:ext>
            </a:extLst>
          </p:cNvPr>
          <p:cNvSpPr/>
          <p:nvPr/>
        </p:nvSpPr>
        <p:spPr>
          <a:xfrm>
            <a:off x="3170374" y="5477255"/>
            <a:ext cx="2395728" cy="74980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Retos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y </a:t>
            </a:r>
            <a:r>
              <a:rPr lang="es-ES" dirty="0" err="1">
                <a:solidFill>
                  <a:schemeClr val="tx1"/>
                </a:solidFill>
              </a:rPr>
              <a:t>puzzles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EE282C6-55BD-DD98-FDBE-4E685946C4A0}"/>
              </a:ext>
            </a:extLst>
          </p:cNvPr>
          <p:cNvSpPr/>
          <p:nvPr/>
        </p:nvSpPr>
        <p:spPr>
          <a:xfrm>
            <a:off x="5846518" y="5477255"/>
            <a:ext cx="2395728" cy="74980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Guía de montaje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para adultos</a:t>
            </a:r>
          </a:p>
        </p:txBody>
      </p:sp>
    </p:spTree>
    <p:extLst>
      <p:ext uri="{BB962C8B-B14F-4D97-AF65-F5344CB8AC3E}">
        <p14:creationId xmlns:p14="http://schemas.microsoft.com/office/powerpoint/2010/main" val="224256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8EA316-A2C6-5C10-4B5B-04694571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s-ES" dirty="0"/>
              <a:t>Flujo de funcionamiento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6E30206-B2BD-37F6-1D2E-69F07BE0D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858035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650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6661ED-B712-469B-6342-F4CDF207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400"/>
              <a:t>Uso de la inteligencia artificial en el flujo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398144-D6FC-8869-779E-287EB4E9A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758952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/>
              <a:t>La inteligencia artificial se emplea principalmente en la generación de contenido narrativo e ilustrativo.</a:t>
            </a:r>
          </a:p>
          <a:p>
            <a:pPr marL="0" indent="0">
              <a:buNone/>
            </a:pPr>
            <a:r>
              <a:rPr lang="es-ES" sz="1900"/>
              <a:t>Se utilizan modelos de lenguaje para crear historias coherentes, personajes adaptados a la edad y retos equilibrados. Asimismo, pueden generarse elementos visuales que acompañan la experiencia.</a:t>
            </a:r>
          </a:p>
          <a:p>
            <a:pPr marL="0" indent="0">
              <a:buNone/>
            </a:pPr>
            <a:r>
              <a:rPr lang="es-ES" sz="1900"/>
              <a:t>El sistema está diseñado para permitir la sustitución de proveedores o modelos sin afectar al dominio del negocio, gracias a una arquitectura desacoplada.</a:t>
            </a:r>
          </a:p>
          <a:p>
            <a:endParaRPr lang="es-ES" sz="1900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A38D1-2FF5-7123-E067-6247660B0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6726" y="2633236"/>
            <a:ext cx="3272264" cy="327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8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0305F-CA74-883F-B748-A70EC966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47417-B710-2654-F7A9-D81AF5CBB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El proyecto sigue </a:t>
            </a:r>
            <a:r>
              <a:rPr lang="es-ES" b="1" dirty="0" err="1"/>
              <a:t>Clean</a:t>
            </a:r>
            <a:r>
              <a:rPr lang="es-ES" b="1" dirty="0"/>
              <a:t> </a:t>
            </a:r>
            <a:r>
              <a:rPr lang="es-ES" b="1" dirty="0" err="1"/>
              <a:t>Architecture</a:t>
            </a:r>
            <a:r>
              <a:rPr lang="es-ES" dirty="0"/>
              <a:t>, aplicando el enfoque de </a:t>
            </a:r>
            <a:r>
              <a:rPr lang="es-ES" b="1" dirty="0" err="1"/>
              <a:t>Ports</a:t>
            </a:r>
            <a:r>
              <a:rPr lang="es-ES" b="1" dirty="0"/>
              <a:t> &amp; </a:t>
            </a:r>
            <a:r>
              <a:rPr lang="es-ES" b="1" dirty="0" err="1"/>
              <a:t>Adapters</a:t>
            </a:r>
            <a:r>
              <a:rPr lang="es-ES" dirty="0"/>
              <a:t> para desacoplar el dominio de los servicios externos.</a:t>
            </a:r>
          </a:p>
          <a:p>
            <a:pPr marL="0" indent="0">
              <a:buNone/>
            </a:pPr>
            <a:r>
              <a:rPr lang="es-ES" dirty="0"/>
              <a:t>La capa </a:t>
            </a:r>
            <a:r>
              <a:rPr lang="es-ES" b="1" dirty="0" err="1"/>
              <a:t>domain</a:t>
            </a:r>
            <a:r>
              <a:rPr lang="es-ES" dirty="0"/>
              <a:t>/ contiene las entidades y define los contratos del sistema.</a:t>
            </a:r>
            <a:br>
              <a:rPr lang="es-ES" dirty="0"/>
            </a:br>
            <a:r>
              <a:rPr lang="es-ES" dirty="0"/>
              <a:t>La capa </a:t>
            </a:r>
            <a:r>
              <a:rPr lang="es-ES" b="1" dirty="0" err="1"/>
              <a:t>application</a:t>
            </a:r>
            <a:r>
              <a:rPr lang="es-ES" dirty="0"/>
              <a:t>/ implementa los casos de uso.</a:t>
            </a:r>
            <a:br>
              <a:rPr lang="es-ES" dirty="0"/>
            </a:br>
            <a:r>
              <a:rPr lang="es-ES" dirty="0"/>
              <a:t>La capa </a:t>
            </a:r>
            <a:r>
              <a:rPr lang="es-ES" b="1" dirty="0" err="1"/>
              <a:t>infrastructure</a:t>
            </a:r>
            <a:r>
              <a:rPr lang="es-ES" dirty="0"/>
              <a:t>/ implementa los adaptadores concretos (proveedores de IA y base de datos).</a:t>
            </a:r>
            <a:br>
              <a:rPr lang="es-ES" dirty="0"/>
            </a:br>
            <a:r>
              <a:rPr lang="es-ES" dirty="0"/>
              <a:t>La capa </a:t>
            </a:r>
            <a:r>
              <a:rPr lang="es-ES" b="1" dirty="0"/>
              <a:t>app</a:t>
            </a:r>
            <a:r>
              <a:rPr lang="es-ES" dirty="0"/>
              <a:t>/ gestiona la interfaz y las rutas API.</a:t>
            </a:r>
          </a:p>
          <a:p>
            <a:pPr marL="0" indent="0">
              <a:buNone/>
            </a:pPr>
            <a:r>
              <a:rPr lang="es-ES" dirty="0"/>
              <a:t>Esta estructura permite evolucionar el sistema sin modificar el núcleo del negocio.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132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D29DEF-C7CD-D2BB-90D7-42682C39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400"/>
              <a:t>Desacoplamiento de proveedores de IA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754976-5AF8-659E-9B15-2BDA2B8E3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236"/>
            <a:ext cx="7389495" cy="366698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400"/>
              <a:t>El dominio define interfaces para la generación de contenido.</a:t>
            </a:r>
            <a:br>
              <a:rPr lang="es-ES" sz="1400"/>
            </a:br>
            <a:r>
              <a:rPr lang="es-ES" sz="1400"/>
              <a:t>La infraestructura implementa estos contratos mediante adaptadores concretos.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400"/>
              <a:t>Gracias a esta separación:</a:t>
            </a:r>
          </a:p>
          <a:p>
            <a:pPr>
              <a:lnSpc>
                <a:spcPct val="110000"/>
              </a:lnSpc>
            </a:pPr>
            <a:r>
              <a:rPr lang="es-ES" sz="1400"/>
              <a:t>Es posible sustituir proveedores de IA sin modificar la lógica principal.</a:t>
            </a:r>
          </a:p>
          <a:p>
            <a:pPr>
              <a:lnSpc>
                <a:spcPct val="110000"/>
              </a:lnSpc>
            </a:pPr>
            <a:r>
              <a:rPr lang="es-ES" sz="1400"/>
              <a:t>Se facilita el </a:t>
            </a:r>
            <a:r>
              <a:rPr lang="es-ES" sz="1400" err="1"/>
              <a:t>testing</a:t>
            </a:r>
            <a:r>
              <a:rPr lang="es-ES" sz="1400"/>
              <a:t> mediante </a:t>
            </a:r>
            <a:r>
              <a:rPr lang="es-ES" sz="1400" err="1"/>
              <a:t>mocks</a:t>
            </a:r>
            <a:r>
              <a:rPr lang="es-ES" sz="1400"/>
              <a:t>.</a:t>
            </a:r>
          </a:p>
          <a:p>
            <a:pPr>
              <a:lnSpc>
                <a:spcPct val="110000"/>
              </a:lnSpc>
            </a:pPr>
            <a:r>
              <a:rPr lang="es-ES" sz="1400"/>
              <a:t>El sistema puede evolucionar a nuevos modelos en el futuro.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400"/>
              <a:t>La IA no forma parte estructural del núcleo, sino que se integra como dependencia externa.</a:t>
            </a:r>
          </a:p>
          <a:p>
            <a:pPr>
              <a:lnSpc>
                <a:spcPct val="110000"/>
              </a:lnSpc>
            </a:pPr>
            <a:endParaRPr lang="es-ES" sz="1400"/>
          </a:p>
        </p:txBody>
      </p:sp>
      <p:pic>
        <p:nvPicPr>
          <p:cNvPr id="7" name="Graphic 6" descr="Huella digital">
            <a:extLst>
              <a:ext uri="{FF2B5EF4-FFF2-40B4-BE49-F238E27FC236}">
                <a16:creationId xmlns:a16="http://schemas.microsoft.com/office/drawing/2014/main" id="{19014EF6-B136-641B-B3D0-572421C65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943" y="2343150"/>
            <a:ext cx="3957065" cy="39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8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7512AD-51DF-B18F-C98C-9D36C1BC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s-ES"/>
              <a:t>Stack</a:t>
            </a:r>
            <a:r>
              <a:rPr lang="es-ES" dirty="0"/>
              <a:t> tecnológico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199DAEF-D421-22F3-F9AC-77C9E35DF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685866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0699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7C891-753E-41F6-1DB5-DF0AA502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Testing</a:t>
            </a:r>
            <a:r>
              <a:rPr lang="es-ES" dirty="0"/>
              <a:t> y calidad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1C3B6-F778-FB81-E10A-02861B1E1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La arquitectura desacoplada permite testear el dominio y los casos de uso de forma independiente.</a:t>
            </a:r>
          </a:p>
          <a:p>
            <a:pPr marL="0" indent="0">
              <a:buNone/>
            </a:pPr>
            <a:r>
              <a:rPr lang="es-ES" dirty="0"/>
              <a:t>Se implementan pruebas unitarias, pruebas de integración y pruebas </a:t>
            </a:r>
            <a:r>
              <a:rPr lang="es-ES" dirty="0" err="1"/>
              <a:t>end-to-end</a:t>
            </a:r>
            <a:r>
              <a:rPr lang="es-ES" dirty="0"/>
              <a:t> que validan el flujo completo de generación de aventuras.</a:t>
            </a:r>
          </a:p>
          <a:p>
            <a:pPr marL="0" indent="0">
              <a:buNone/>
            </a:pPr>
            <a:r>
              <a:rPr lang="es-ES" dirty="0"/>
              <a:t>El repositorio incluye un pipeline de integración continua que ejecuta automáticamente procesos de validación en cada actualización del código.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2010AF-0708-57F5-3AD1-6D5AAF35B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ES" sz="3600"/>
              <a:t>Próximos pasos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96B99EF-1655-8F07-E73A-A700CB1B3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176102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2324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807</Words>
  <Application>Microsoft Office PowerPoint</Application>
  <PresentationFormat>Panorámica</PresentationFormat>
  <Paragraphs>62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Grandview Display</vt:lpstr>
      <vt:lpstr>Neue Haas Grotesk Text Pro</vt:lpstr>
      <vt:lpstr>DashVTI</vt:lpstr>
      <vt:lpstr>Entretemps</vt:lpstr>
      <vt:lpstr>Contexto y motivación</vt:lpstr>
      <vt:lpstr>Objetivo del proyecto</vt:lpstr>
      <vt:lpstr>Descripción funcional</vt:lpstr>
      <vt:lpstr>Flujo de funcionamiento</vt:lpstr>
      <vt:lpstr>Uso de la inteligencia artificial en el flujo</vt:lpstr>
      <vt:lpstr>Arquitectura del proyecto</vt:lpstr>
      <vt:lpstr>Desacoplamiento de proveedores de IA</vt:lpstr>
      <vt:lpstr>Stack tecnológico</vt:lpstr>
      <vt:lpstr>Testing y calidad</vt:lpstr>
      <vt:lpstr>Próximos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Esther Dols Puigserver</dc:creator>
  <cp:lastModifiedBy>Esther Dols Puigserver</cp:lastModifiedBy>
  <cp:revision>1</cp:revision>
  <dcterms:created xsi:type="dcterms:W3CDTF">2026-02-13T10:42:37Z</dcterms:created>
  <dcterms:modified xsi:type="dcterms:W3CDTF">2026-02-13T12:01:44Z</dcterms:modified>
</cp:coreProperties>
</file>